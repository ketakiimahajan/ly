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25" autoAdjust="0"/>
    <p:restoredTop sz="94660"/>
  </p:normalViewPr>
  <p:slideViewPr>
    <p:cSldViewPr snapToGrid="0" snapToObjects="1">
      <p:cViewPr>
        <p:scale>
          <a:sx n="71" d="100"/>
          <a:sy n="71" d="100"/>
        </p:scale>
        <p:origin x="-122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Search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How AI Finds Solutions</a:t>
            </a:r>
          </a:p>
          <a:p>
            <a:r>
              <a:t>[Your Name] | [Date] | [Institution]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Search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is fundamental to problem-solving in AI.</a:t>
            </a:r>
          </a:p>
          <a:p>
            <a:r>
              <a:t>Many AI problems can be modeled as search problems.</a:t>
            </a:r>
          </a:p>
          <a:p>
            <a:r>
              <a:t>Examples: Finding a route on a map, Solving puzzles, Game playing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a Search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State</a:t>
            </a:r>
          </a:p>
          <a:p>
            <a:r>
              <a:t>Goal State</a:t>
            </a:r>
          </a:p>
          <a:p>
            <a:r>
              <a:t>State Space</a:t>
            </a:r>
          </a:p>
          <a:p>
            <a:r>
              <a:t>Successor Function</a:t>
            </a:r>
          </a:p>
          <a:p>
            <a:r>
              <a:t>Path Cost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Search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Uninformed (Blind) Search - No domain-specific knowledge</a:t>
            </a:r>
          </a:p>
          <a:p>
            <a:r>
              <a:t>Informed (Heuristic) Search - Uses domain knowledge to guide the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Breadth-First Search (BFS)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Explores neighbors first before going deeper</a:t>
            </a:r>
          </a:p>
          <a:p>
            <a:r>
              <a:t>Uses a queue (FIFO)</a:t>
            </a:r>
          </a:p>
          <a:p>
            <a:r>
              <a:t>Completeness: Yes</a:t>
            </a:r>
          </a:p>
          <a:p>
            <a:r>
              <a:t>Optimality: Yes (if cost = 1)</a:t>
            </a:r>
          </a:p>
          <a:p>
            <a:r>
              <a:t>Time/Space: O(b^d)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Depth-First Search (DFS)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Explores as far as possible down one branch</a:t>
            </a:r>
          </a:p>
          <a:p>
            <a:r>
              <a:t>Uses a stack (LIFO)</a:t>
            </a:r>
          </a:p>
          <a:p>
            <a:r>
              <a:t>Completeness: No</a:t>
            </a:r>
          </a:p>
          <a:p>
            <a:r>
              <a:t>Optimality: No</a:t>
            </a:r>
          </a:p>
          <a:p>
            <a:r>
              <a:t>Time: O(b^m)</a:t>
            </a:r>
          </a:p>
          <a:p>
            <a:r>
              <a:t>Space: O(bm)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Uniform Cost Search (UCS)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Expands the node with the lowest path cost</a:t>
            </a:r>
          </a:p>
          <a:p>
            <a:r>
              <a:t>Uses a priority queue</a:t>
            </a:r>
          </a:p>
          <a:p>
            <a:r>
              <a:t>Completeness &amp; Optimality: Yes</a:t>
            </a:r>
          </a:p>
          <a:p>
            <a:r>
              <a:t>Time/Space: O(b^C*/ε)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Table (Uninformed)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BFS - Complete: Yes, Optimal: Yes, Time: O(b^d), Space: O(b^d)</a:t>
            </a:r>
          </a:p>
          <a:p>
            <a:r>
              <a:t>DFS - Complete: No, Optimal: No, Time: O(b^m), Space: O(bm)</a:t>
            </a:r>
          </a:p>
          <a:p>
            <a:r>
              <a:t>UCS - Complete: Yes, Optimal: Yes, Time/Space: O(b^C*/ε)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Heuristic: estimate of cost from current state to goal</a:t>
            </a:r>
          </a:p>
          <a:p>
            <a:r>
              <a:t>Improves efficiency over uninformed 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Best-First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Selects node with lowest heuristic value h(n)</a:t>
            </a:r>
          </a:p>
          <a:p>
            <a:r>
              <a:t>Greedy strategy: picks seemingly best path</a:t>
            </a:r>
          </a:p>
          <a:p>
            <a:r>
              <a:t>Not always optimal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A*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Combines path cost and heuristic: f(n) = g(n) + h(n)</a:t>
            </a:r>
          </a:p>
          <a:p>
            <a:r>
              <a:t>Optimal if h(n) is admissible (never overestimates)</a:t>
            </a:r>
          </a:p>
          <a:p>
            <a:r>
              <a:t>Widely used in GPS, robotics, games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A* vs. Greedy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 showing pathfinding on a graph</a:t>
            </a:r>
          </a:p>
          <a:p>
            <a:r>
              <a:t>Highlight different choices made by each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Admissible: Never overestimates</a:t>
            </a:r>
          </a:p>
          <a:p>
            <a:r>
              <a:t>Consistent: h(n) ≤ c(n, n') + h(n')</a:t>
            </a:r>
          </a:p>
          <a:p>
            <a:r>
              <a:t>Good heuristics reduce search time dramatically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is key to AI problem-solving</a:t>
            </a:r>
          </a:p>
          <a:p>
            <a:r>
              <a:t>Choose the right algorithm based on:</a:t>
            </a:r>
          </a:p>
          <a:p>
            <a:r>
              <a:t>Problem size and structure, Time and space constraints, Availability of heuristics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/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Problem Example: 8-Puzzle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State: Random arrangement of tiles</a:t>
            </a:r>
          </a:p>
          <a:p>
            <a:r>
              <a:t>Goal State: Tiles ordered from 1 to 8, blank at the end</a:t>
            </a:r>
          </a:p>
          <a:p>
            <a:r>
              <a:t>State Space: All possible tile configurations (9! states)</a:t>
            </a:r>
          </a:p>
          <a:p>
            <a:r>
              <a:t>Successor Function: Move blank tile up/down/left/right</a:t>
            </a:r>
          </a:p>
          <a:p>
            <a:r>
              <a:t>Path Cost: Number of moves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Example: 8-Puzzle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Explores all nodes level by level</a:t>
            </a:r>
          </a:p>
          <a:p>
            <a:r>
              <a:t>Finds shortest path but uses a lot of memory</a:t>
            </a:r>
          </a:p>
          <a:p>
            <a:r>
              <a:t>Not practical for deep puzzles (memory explosion)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Example: 8-Puzzle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Follows one path deep before backtracking</a:t>
            </a:r>
          </a:p>
          <a:p>
            <a:r>
              <a:t>Memory efficient but may get stuck in loops</a:t>
            </a:r>
          </a:p>
          <a:p>
            <a:r>
              <a:t>Not guaranteed to find shortest 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UCS Example: Route 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Start: Arad, Goal: Bucharest</a:t>
            </a:r>
          </a:p>
          <a:p>
            <a:r>
              <a:t>Path cost = distance</a:t>
            </a:r>
          </a:p>
          <a:p>
            <a:r>
              <a:t>UCS expands cities based on total path cost</a:t>
            </a:r>
          </a:p>
          <a:p>
            <a:r>
              <a:t>Guaranteed to find shortest path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A* Example: Route 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Start: Arad, Goal: Bucharest</a:t>
            </a:r>
          </a:p>
          <a:p>
            <a:r>
              <a:t>f(n) = g(n) + h(n) where h(n) = straight-line distance to Bucharest</a:t>
            </a:r>
          </a:p>
          <a:p>
            <a:r>
              <a:t>A* finds optimal path efficiently if h(n) is admissible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 Example: 8-Puzzle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h1: Number of misplaced tiles</a:t>
            </a:r>
          </a:p>
          <a:p>
            <a:r>
              <a:t>h2: Sum of Manhattan distances (more accurate)</a:t>
            </a:r>
          </a:p>
          <a:p>
            <a:r>
              <a:t>A* with h2 generally performs better than with h1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597</Words>
  <Application>Microsoft Office PowerPoint</Application>
  <PresentationFormat>On-screen Show (4:3)</PresentationFormat>
  <Paragraphs>88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AI Search Algorithms</vt:lpstr>
      <vt:lpstr>Introduction to Search in AI</vt:lpstr>
      <vt:lpstr>Components of a Search Problem</vt:lpstr>
      <vt:lpstr>Types of Search Algorithms</vt:lpstr>
      <vt:lpstr>Breadth-First Search (BFS)</vt:lpstr>
      <vt:lpstr>Depth-First Search (DFS)</vt:lpstr>
      <vt:lpstr>Uniform Cost Search (UCS)</vt:lpstr>
      <vt:lpstr>Comparison Table (Uninformed)</vt:lpstr>
      <vt:lpstr>Heuristic Search</vt:lpstr>
      <vt:lpstr>Best-First Search</vt:lpstr>
      <vt:lpstr>A* Search</vt:lpstr>
      <vt:lpstr>Example – A* vs. Greedy Search</vt:lpstr>
      <vt:lpstr>Heuristics</vt:lpstr>
      <vt:lpstr>Summary</vt:lpstr>
      <vt:lpstr>Questions / Discussion</vt:lpstr>
      <vt:lpstr>Search Problem Example: 8-Puzzle</vt:lpstr>
      <vt:lpstr>BFS Example: 8-Puzzle</vt:lpstr>
      <vt:lpstr>DFS Example: 8-Puzzle</vt:lpstr>
      <vt:lpstr>UCS Example: Route Finding</vt:lpstr>
      <vt:lpstr>A* Example: Route Finding</vt:lpstr>
      <vt:lpstr>Heuristic Example: 8-Puzzle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Search Algorithms</dc:title>
  <dc:creator>Dr. Sudha Gupta</dc:creator>
  <dc:description>generated using python-pptx</dc:description>
  <cp:lastModifiedBy>sudha</cp:lastModifiedBy>
  <cp:revision>2</cp:revision>
  <dcterms:created xsi:type="dcterms:W3CDTF">2013-01-27T09:14:16Z</dcterms:created>
  <dcterms:modified xsi:type="dcterms:W3CDTF">2025-07-05T16:54:04Z</dcterms:modified>
</cp:coreProperties>
</file>