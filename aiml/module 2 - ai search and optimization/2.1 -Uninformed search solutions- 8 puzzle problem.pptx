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4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1" d="100"/>
          <a:sy n="71" d="100"/>
        </p:scale>
        <p:origin x="-1136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0A204-94C5-41C6-A886-642DC8B3AA5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21C7-37A4-46E9-BB19-524526D34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307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0A204-94C5-41C6-A886-642DC8B3AA5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21C7-37A4-46E9-BB19-524526D34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236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0A204-94C5-41C6-A886-642DC8B3AA5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21C7-37A4-46E9-BB19-524526D34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42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0A204-94C5-41C6-A886-642DC8B3AA5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21C7-37A4-46E9-BB19-524526D34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29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0A204-94C5-41C6-A886-642DC8B3AA5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21C7-37A4-46E9-BB19-524526D34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93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0A204-94C5-41C6-A886-642DC8B3AA5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21C7-37A4-46E9-BB19-524526D34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22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0A204-94C5-41C6-A886-642DC8B3AA5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21C7-37A4-46E9-BB19-524526D34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39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0A204-94C5-41C6-A886-642DC8B3AA5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21C7-37A4-46E9-BB19-524526D34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402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0A204-94C5-41C6-A886-642DC8B3AA5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21C7-37A4-46E9-BB19-524526D34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65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0A204-94C5-41C6-A886-642DC8B3AA5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21C7-37A4-46E9-BB19-524526D34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240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0A204-94C5-41C6-A886-642DC8B3AA5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D21C7-37A4-46E9-BB19-524526D34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70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0A204-94C5-41C6-A886-642DC8B3AA5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D21C7-37A4-46E9-BB19-524526D34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85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Uninformed search solutions- 8 puzzle problem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15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05000"/>
            <a:ext cx="8393702" cy="394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7562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 formulation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Arrange 1-8 numbered tiles as per the sequence given in problem statement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25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formulation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State description- 3 X 3 grid of tiles numbered through 1 to 8 and a blank tile. </a:t>
            </a:r>
          </a:p>
          <a:p>
            <a:r>
              <a:rPr lang="en-US" dirty="0" smtClean="0"/>
              <a:t>Initial state – given combination of 3 X 3 grid</a:t>
            </a:r>
          </a:p>
          <a:p>
            <a:pPr lvl="1"/>
            <a:r>
              <a:rPr lang="en-US" dirty="0" smtClean="0"/>
              <a:t>8-puzzle(2,$,3,1,8,4,7,6,5)</a:t>
            </a:r>
          </a:p>
          <a:p>
            <a:r>
              <a:rPr lang="en-US" dirty="0" smtClean="0"/>
              <a:t>Actions- left(), right(), up(), down()</a:t>
            </a:r>
          </a:p>
          <a:p>
            <a:r>
              <a:rPr lang="en-US" dirty="0" smtClean="0"/>
              <a:t>Successor function (on goal state)</a:t>
            </a:r>
          </a:p>
          <a:p>
            <a:pPr lvl="1"/>
            <a:r>
              <a:rPr lang="en-US" dirty="0" smtClean="0"/>
              <a:t>&lt;left(), 8-puzzle(1,2,3,$,8,4,7,6,5)&gt;</a:t>
            </a:r>
          </a:p>
          <a:p>
            <a:pPr lvl="1"/>
            <a:r>
              <a:rPr lang="en-US" dirty="0" smtClean="0"/>
              <a:t>&lt;right(), 8-puzzle(1,2,3,8,4,$,7,6,5)&gt;</a:t>
            </a:r>
          </a:p>
          <a:p>
            <a:pPr lvl="1"/>
            <a:r>
              <a:rPr lang="en-US" dirty="0" smtClean="0"/>
              <a:t>&lt;up(), 8-puzzle(1,$,3,8,2,4,7,6,5)&gt;</a:t>
            </a:r>
          </a:p>
          <a:p>
            <a:pPr lvl="1"/>
            <a:r>
              <a:rPr lang="en-US" dirty="0" smtClean="0"/>
              <a:t>&lt;down(), 8-puzzle(1,2,3,8,6,4,7,$,5)&gt;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91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formulation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Goal test – explicit; as given in problem statement</a:t>
            </a:r>
          </a:p>
          <a:p>
            <a:r>
              <a:rPr lang="en-US" dirty="0" smtClean="0"/>
              <a:t>Path cost- 1 per step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530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 space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G:\My Drive\AI\ESE Papers\IMG_20190213_141603-01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49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BFS, DFS, DLS, IDS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BFS</a:t>
            </a:r>
          </a:p>
          <a:p>
            <a:r>
              <a:rPr lang="en-US" dirty="0" smtClean="0"/>
              <a:t>DFS</a:t>
            </a:r>
          </a:p>
          <a:p>
            <a:r>
              <a:rPr lang="en-US" dirty="0" smtClean="0"/>
              <a:t>DLS</a:t>
            </a:r>
          </a:p>
          <a:p>
            <a:r>
              <a:rPr lang="en-US" dirty="0" smtClean="0"/>
              <a:t>IDS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796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Costs?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838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52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134</Words>
  <Application>Microsoft Office PowerPoint</Application>
  <PresentationFormat>On-screen Show (4:3)</PresentationFormat>
  <Paragraphs>25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Uninformed search solutions- 8 puzzle problem</vt:lpstr>
      <vt:lpstr>Problem </vt:lpstr>
      <vt:lpstr>Goal formulation</vt:lpstr>
      <vt:lpstr>Problem formulation</vt:lpstr>
      <vt:lpstr>Problem formulation</vt:lpstr>
      <vt:lpstr>State space tree</vt:lpstr>
      <vt:lpstr>BFS, DFS, DLS, IDS</vt:lpstr>
      <vt:lpstr>Costs?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Uninformed search solutions- 8 puzzle problem</dc:title>
  <dc:creator>Swati Mali</dc:creator>
  <cp:lastModifiedBy>sudha</cp:lastModifiedBy>
  <cp:revision>6</cp:revision>
  <dcterms:created xsi:type="dcterms:W3CDTF">2019-02-13T09:34:05Z</dcterms:created>
  <dcterms:modified xsi:type="dcterms:W3CDTF">2025-08-07T07:34:56Z</dcterms:modified>
</cp:coreProperties>
</file>