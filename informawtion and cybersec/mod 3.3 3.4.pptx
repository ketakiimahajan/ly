
<file path=[Content_Types].xml><?xml version="1.0" encoding="utf-8"?>
<Types xmlns="http://schemas.openxmlformats.org/package/2006/content-types">
  <Default Extension="bin" ContentType="application/vnd.openxmlformats-officedocument.oleObject"/>
  <Default Extension="fntdata" ContentType="application/x-fontdata"/>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64"/>
  </p:notesMasterIdLst>
  <p:sldIdLst>
    <p:sldId id="257" r:id="rId2"/>
    <p:sldId id="258" r:id="rId3"/>
    <p:sldId id="259" r:id="rId4"/>
    <p:sldId id="260" r:id="rId5"/>
    <p:sldId id="261" r:id="rId6"/>
    <p:sldId id="262" r:id="rId7"/>
    <p:sldId id="263" r:id="rId8"/>
    <p:sldId id="267" r:id="rId9"/>
    <p:sldId id="268" r:id="rId10"/>
    <p:sldId id="269" r:id="rId11"/>
    <p:sldId id="270" r:id="rId12"/>
    <p:sldId id="271" r:id="rId13"/>
    <p:sldId id="272" r:id="rId14"/>
    <p:sldId id="274" r:id="rId15"/>
    <p:sldId id="275" r:id="rId16"/>
    <p:sldId id="276" r:id="rId17"/>
    <p:sldId id="277" r:id="rId18"/>
    <p:sldId id="278" r:id="rId19"/>
    <p:sldId id="279" r:id="rId20"/>
    <p:sldId id="280" r:id="rId21"/>
    <p:sldId id="281" r:id="rId22"/>
    <p:sldId id="305" r:id="rId23"/>
    <p:sldId id="306" r:id="rId24"/>
    <p:sldId id="307" r:id="rId25"/>
    <p:sldId id="282" r:id="rId26"/>
    <p:sldId id="283" r:id="rId27"/>
    <p:sldId id="284" r:id="rId28"/>
    <p:sldId id="285" r:id="rId29"/>
    <p:sldId id="286" r:id="rId30"/>
    <p:sldId id="312" r:id="rId31"/>
    <p:sldId id="313" r:id="rId32"/>
    <p:sldId id="314" r:id="rId33"/>
    <p:sldId id="315" r:id="rId34"/>
    <p:sldId id="316" r:id="rId35"/>
    <p:sldId id="317" r:id="rId36"/>
    <p:sldId id="319" r:id="rId37"/>
    <p:sldId id="321" r:id="rId38"/>
    <p:sldId id="322" r:id="rId39"/>
    <p:sldId id="318" r:id="rId40"/>
    <p:sldId id="324" r:id="rId41"/>
    <p:sldId id="320" r:id="rId42"/>
    <p:sldId id="325" r:id="rId43"/>
    <p:sldId id="323" r:id="rId44"/>
    <p:sldId id="311" r:id="rId45"/>
    <p:sldId id="287" r:id="rId46"/>
    <p:sldId id="288" r:id="rId47"/>
    <p:sldId id="289" r:id="rId48"/>
    <p:sldId id="290" r:id="rId49"/>
    <p:sldId id="292" r:id="rId50"/>
    <p:sldId id="293" r:id="rId51"/>
    <p:sldId id="294" r:id="rId52"/>
    <p:sldId id="310" r:id="rId53"/>
    <p:sldId id="295" r:id="rId54"/>
    <p:sldId id="296" r:id="rId55"/>
    <p:sldId id="297" r:id="rId56"/>
    <p:sldId id="298" r:id="rId57"/>
    <p:sldId id="299" r:id="rId58"/>
    <p:sldId id="300" r:id="rId59"/>
    <p:sldId id="301" r:id="rId60"/>
    <p:sldId id="302" r:id="rId61"/>
    <p:sldId id="303" r:id="rId62"/>
    <p:sldId id="304" r:id="rId63"/>
  </p:sldIdLst>
  <p:sldSz cx="12192000" cy="6858000"/>
  <p:notesSz cx="6858000" cy="9144000"/>
  <p:embeddedFontLst>
    <p:embeddedFont>
      <p:font typeface="新細明體" panose="02020500000000000000" pitchFamily="18" charset="-120"/>
      <p:regular r:id="rId65"/>
    </p:embeddedFont>
    <p:embeddedFont>
      <p:font typeface="Century Gothic" panose="020B0502020202020204" pitchFamily="34" charset="0"/>
      <p:regular r:id="rId66"/>
      <p:bold r:id="rId67"/>
      <p:italic r:id="rId68"/>
      <p:boldItalic r:id="rId69"/>
    </p:embeddedFont>
    <p:embeddedFont>
      <p:font typeface="Franklin Gothic Medium" panose="020B0603020102020204" pitchFamily="34" charset="0"/>
      <p:regular r:id="rId70"/>
      <p:italic r:id="rId71"/>
    </p:embeddedFont>
    <p:embeddedFont>
      <p:font typeface="Gill Sans" panose="020B0604020202020204" charset="0"/>
      <p:regular r:id="rId72"/>
      <p:bold r:id="rId73"/>
    </p:embeddedFont>
    <p:embeddedFont>
      <p:font typeface="Impact" panose="020B0806030902050204" pitchFamily="34" charset="0"/>
      <p:regular r:id="rId74"/>
    </p:embeddedFont>
    <p:embeddedFont>
      <p:font typeface="Wingdings 2" panose="05020102010507070707" pitchFamily="18" charset="2"/>
      <p:regular r:id="rId7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http://customooxmlschemas.google.com/">
      <go:slidesCustomData xmlns:go="http://customooxmlschemas.google.com/"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78" roundtripDataSignature="AMtx7mjPzJuGtOOzC66xNcynIMTbNBp2x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50" d="100"/>
          <a:sy n="50" d="100"/>
        </p:scale>
        <p:origin x="-43" y="739"/>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font" Target="fonts/font4.fntdata"/><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font" Target="fonts/font10.fntdata"/><Relationship Id="rId79"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notesMaster" Target="notesMasters/notesMaster1.xml"/><Relationship Id="rId69" Type="http://schemas.openxmlformats.org/officeDocument/2006/relationships/font" Target="fonts/font5.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font" Target="fonts/font8.fntdata"/><Relationship Id="rId80"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font" Target="fonts/font3.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font" Target="fonts/font6.fntdata"/><Relationship Id="rId75" Type="http://schemas.openxmlformats.org/officeDocument/2006/relationships/font" Target="fonts/font11.fntdata"/><Relationship Id="rId83"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font" Target="fonts/font1.fntdata"/><Relationship Id="rId73" Type="http://schemas.openxmlformats.org/officeDocument/2006/relationships/font" Target="fonts/font9.fntdata"/><Relationship Id="rId78" Type="http://customschemas.google.com/relationships/presentationmetadata" Target="metadata"/><Relationship Id="rId8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font" Target="fonts/font7.fntdata"/><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font" Target="fonts/font2.fnt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etaki mahajan" userId="8f39b240f20d6137" providerId="LiveId" clId="{6B64DA9E-CBED-4B9C-91AF-640CFCC67B37}"/>
    <pc:docChg chg="delSld">
      <pc:chgData name="ketaki mahajan" userId="8f39b240f20d6137" providerId="LiveId" clId="{6B64DA9E-CBED-4B9C-91AF-640CFCC67B37}" dt="2025-09-16T22:46:17.627" v="0" actId="47"/>
      <pc:docMkLst>
        <pc:docMk/>
      </pc:docMkLst>
      <pc:sldChg chg="del">
        <pc:chgData name="ketaki mahajan" userId="8f39b240f20d6137" providerId="LiveId" clId="{6B64DA9E-CBED-4B9C-91AF-640CFCC67B37}" dt="2025-09-16T22:46:17.627" v="0" actId="47"/>
        <pc:sldMkLst>
          <pc:docMk/>
          <pc:sldMk cId="0" sldId="308"/>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122280907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5" name="Google Shape;17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1" name="Google Shape;181;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9" name="Google Shape;189;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5" name="Google Shape;195;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1" name="Google Shape;201;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9" name="Google Shape;209;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5" name="Google Shape;215;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2" name="Google Shape;242;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8" name="Google Shape;248;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5" name="Google Shape;255;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2" name="Google Shape;262;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p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8" name="Google Shape;268;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
        <p:cNvGrpSpPr/>
        <p:nvPr/>
      </p:nvGrpSpPr>
      <p:grpSpPr>
        <a:xfrm>
          <a:off x="0" y="0"/>
          <a:ext cx="0" cy="0"/>
          <a:chOff x="0" y="0"/>
          <a:chExt cx="0" cy="0"/>
        </a:xfrm>
      </p:grpSpPr>
      <p:sp>
        <p:nvSpPr>
          <p:cNvPr id="273" name="Google Shape;273;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4" name="Google Shape;274;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310D5AC6-D7DF-482A-AE07-755BDA6A3583}"/>
              </a:ext>
            </a:extLst>
          </p:cNvPr>
          <p:cNvSpPr>
            <a:spLocks noGrp="1" noChangeArrowheads="1"/>
          </p:cNvSpPr>
          <p:nvPr>
            <p:ph type="sldNum" sz="quarter" idx="5"/>
          </p:nvPr>
        </p:nvSpPr>
        <p:spPr>
          <a:xfrm>
            <a:off x="3884613" y="8685213"/>
            <a:ext cx="2971800" cy="457200"/>
          </a:xfrm>
          <a:prstGeom prst="rect">
            <a:avLst/>
          </a:prstGeom>
          <a:ln/>
        </p:spPr>
        <p:txBody>
          <a:bodyPr/>
          <a:lstStyle/>
          <a:p>
            <a:fld id="{AFFCBE67-A9C0-4C6B-8A5D-D95A96B8DB22}" type="slidenum">
              <a:rPr lang="en-US" altLang="en-US"/>
              <a:pPr/>
              <a:t>30</a:t>
            </a:fld>
            <a:endParaRPr lang="en-US" altLang="en-US"/>
          </a:p>
        </p:txBody>
      </p:sp>
      <p:sp>
        <p:nvSpPr>
          <p:cNvPr id="128002" name="Rectangle 2">
            <a:extLst>
              <a:ext uri="{FF2B5EF4-FFF2-40B4-BE49-F238E27FC236}">
                <a16:creationId xmlns:a16="http://schemas.microsoft.com/office/drawing/2014/main" id="{DD5D89A9-0FF7-4076-86E9-0940CF0837EF}"/>
              </a:ext>
            </a:extLst>
          </p:cNvPr>
          <p:cNvSpPr>
            <a:spLocks noGrp="1" noRot="1" noChangeAspect="1" noChangeArrowheads="1" noTextEdit="1"/>
          </p:cNvSpPr>
          <p:nvPr>
            <p:ph type="sldImg"/>
          </p:nvPr>
        </p:nvSpPr>
        <p:spPr>
          <a:xfrm>
            <a:off x="381000" y="685800"/>
            <a:ext cx="6096000" cy="3429000"/>
          </a:xfrm>
          <a:ln/>
        </p:spPr>
      </p:sp>
      <p:sp>
        <p:nvSpPr>
          <p:cNvPr id="128003" name="Rectangle 3">
            <a:extLst>
              <a:ext uri="{FF2B5EF4-FFF2-40B4-BE49-F238E27FC236}">
                <a16:creationId xmlns:a16="http://schemas.microsoft.com/office/drawing/2014/main" id="{5C3CA961-9158-4372-9B7B-ACF89D9FA8F7}"/>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310D5AC6-D7DF-482A-AE07-755BDA6A3583}"/>
              </a:ext>
            </a:extLst>
          </p:cNvPr>
          <p:cNvSpPr>
            <a:spLocks noGrp="1" noChangeArrowheads="1"/>
          </p:cNvSpPr>
          <p:nvPr>
            <p:ph type="sldNum" sz="quarter" idx="5"/>
          </p:nvPr>
        </p:nvSpPr>
        <p:spPr>
          <a:xfrm>
            <a:off x="3884613" y="8685213"/>
            <a:ext cx="2971800" cy="457200"/>
          </a:xfrm>
          <a:prstGeom prst="rect">
            <a:avLst/>
          </a:prstGeom>
          <a:ln/>
        </p:spPr>
        <p:txBody>
          <a:bodyPr/>
          <a:lstStyle/>
          <a:p>
            <a:fld id="{AFFCBE67-A9C0-4C6B-8A5D-D95A96B8DB22}" type="slidenum">
              <a:rPr lang="en-US" altLang="en-US"/>
              <a:pPr/>
              <a:t>31</a:t>
            </a:fld>
            <a:endParaRPr lang="en-US" altLang="en-US"/>
          </a:p>
        </p:txBody>
      </p:sp>
      <p:sp>
        <p:nvSpPr>
          <p:cNvPr id="128002" name="Rectangle 2">
            <a:extLst>
              <a:ext uri="{FF2B5EF4-FFF2-40B4-BE49-F238E27FC236}">
                <a16:creationId xmlns:a16="http://schemas.microsoft.com/office/drawing/2014/main" id="{DD5D89A9-0FF7-4076-86E9-0940CF0837EF}"/>
              </a:ext>
            </a:extLst>
          </p:cNvPr>
          <p:cNvSpPr>
            <a:spLocks noGrp="1" noRot="1" noChangeAspect="1" noChangeArrowheads="1" noTextEdit="1"/>
          </p:cNvSpPr>
          <p:nvPr>
            <p:ph type="sldImg"/>
          </p:nvPr>
        </p:nvSpPr>
        <p:spPr>
          <a:xfrm>
            <a:off x="381000" y="685800"/>
            <a:ext cx="6096000" cy="3429000"/>
          </a:xfrm>
          <a:ln/>
        </p:spPr>
      </p:sp>
      <p:sp>
        <p:nvSpPr>
          <p:cNvPr id="128003" name="Rectangle 3">
            <a:extLst>
              <a:ext uri="{FF2B5EF4-FFF2-40B4-BE49-F238E27FC236}">
                <a16:creationId xmlns:a16="http://schemas.microsoft.com/office/drawing/2014/main" id="{5C3CA961-9158-4372-9B7B-ACF89D9FA8F7}"/>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310D5AC6-D7DF-482A-AE07-755BDA6A3583}"/>
              </a:ext>
            </a:extLst>
          </p:cNvPr>
          <p:cNvSpPr>
            <a:spLocks noGrp="1" noChangeArrowheads="1"/>
          </p:cNvSpPr>
          <p:nvPr>
            <p:ph type="sldNum" sz="quarter" idx="5"/>
          </p:nvPr>
        </p:nvSpPr>
        <p:spPr>
          <a:xfrm>
            <a:off x="3884613" y="8685213"/>
            <a:ext cx="2971800" cy="457200"/>
          </a:xfrm>
          <a:prstGeom prst="rect">
            <a:avLst/>
          </a:prstGeom>
          <a:ln/>
        </p:spPr>
        <p:txBody>
          <a:bodyPr/>
          <a:lstStyle/>
          <a:p>
            <a:fld id="{AFFCBE67-A9C0-4C6B-8A5D-D95A96B8DB22}" type="slidenum">
              <a:rPr lang="en-US" altLang="en-US"/>
              <a:pPr/>
              <a:t>32</a:t>
            </a:fld>
            <a:endParaRPr lang="en-US" altLang="en-US"/>
          </a:p>
        </p:txBody>
      </p:sp>
      <p:sp>
        <p:nvSpPr>
          <p:cNvPr id="128002" name="Rectangle 2">
            <a:extLst>
              <a:ext uri="{FF2B5EF4-FFF2-40B4-BE49-F238E27FC236}">
                <a16:creationId xmlns:a16="http://schemas.microsoft.com/office/drawing/2014/main" id="{DD5D89A9-0FF7-4076-86E9-0940CF0837EF}"/>
              </a:ext>
            </a:extLst>
          </p:cNvPr>
          <p:cNvSpPr>
            <a:spLocks noGrp="1" noRot="1" noChangeAspect="1" noChangeArrowheads="1" noTextEdit="1"/>
          </p:cNvSpPr>
          <p:nvPr>
            <p:ph type="sldImg"/>
          </p:nvPr>
        </p:nvSpPr>
        <p:spPr>
          <a:xfrm>
            <a:off x="381000" y="685800"/>
            <a:ext cx="6096000" cy="3429000"/>
          </a:xfrm>
          <a:ln/>
        </p:spPr>
      </p:sp>
      <p:sp>
        <p:nvSpPr>
          <p:cNvPr id="128003" name="Rectangle 3">
            <a:extLst>
              <a:ext uri="{FF2B5EF4-FFF2-40B4-BE49-F238E27FC236}">
                <a16:creationId xmlns:a16="http://schemas.microsoft.com/office/drawing/2014/main" id="{5C3CA961-9158-4372-9B7B-ACF89D9FA8F7}"/>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310D5AC6-D7DF-482A-AE07-755BDA6A3583}"/>
              </a:ext>
            </a:extLst>
          </p:cNvPr>
          <p:cNvSpPr>
            <a:spLocks noGrp="1" noChangeArrowheads="1"/>
          </p:cNvSpPr>
          <p:nvPr>
            <p:ph type="sldNum" sz="quarter" idx="5"/>
          </p:nvPr>
        </p:nvSpPr>
        <p:spPr>
          <a:xfrm>
            <a:off x="3884613" y="8685213"/>
            <a:ext cx="2971800" cy="457200"/>
          </a:xfrm>
          <a:prstGeom prst="rect">
            <a:avLst/>
          </a:prstGeom>
          <a:ln/>
        </p:spPr>
        <p:txBody>
          <a:bodyPr/>
          <a:lstStyle/>
          <a:p>
            <a:fld id="{AFFCBE67-A9C0-4C6B-8A5D-D95A96B8DB22}" type="slidenum">
              <a:rPr lang="en-US" altLang="en-US"/>
              <a:pPr/>
              <a:t>33</a:t>
            </a:fld>
            <a:endParaRPr lang="en-US" altLang="en-US"/>
          </a:p>
        </p:txBody>
      </p:sp>
      <p:sp>
        <p:nvSpPr>
          <p:cNvPr id="128002" name="Rectangle 2">
            <a:extLst>
              <a:ext uri="{FF2B5EF4-FFF2-40B4-BE49-F238E27FC236}">
                <a16:creationId xmlns:a16="http://schemas.microsoft.com/office/drawing/2014/main" id="{DD5D89A9-0FF7-4076-86E9-0940CF0837EF}"/>
              </a:ext>
            </a:extLst>
          </p:cNvPr>
          <p:cNvSpPr>
            <a:spLocks noGrp="1" noRot="1" noChangeAspect="1" noChangeArrowheads="1" noTextEdit="1"/>
          </p:cNvSpPr>
          <p:nvPr>
            <p:ph type="sldImg"/>
          </p:nvPr>
        </p:nvSpPr>
        <p:spPr>
          <a:xfrm>
            <a:off x="381000" y="685800"/>
            <a:ext cx="6096000" cy="3429000"/>
          </a:xfrm>
          <a:ln/>
        </p:spPr>
      </p:sp>
      <p:sp>
        <p:nvSpPr>
          <p:cNvPr id="128003" name="Rectangle 3">
            <a:extLst>
              <a:ext uri="{FF2B5EF4-FFF2-40B4-BE49-F238E27FC236}">
                <a16:creationId xmlns:a16="http://schemas.microsoft.com/office/drawing/2014/main" id="{5C3CA961-9158-4372-9B7B-ACF89D9FA8F7}"/>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310D5AC6-D7DF-482A-AE07-755BDA6A3583}"/>
              </a:ext>
            </a:extLst>
          </p:cNvPr>
          <p:cNvSpPr>
            <a:spLocks noGrp="1" noChangeArrowheads="1"/>
          </p:cNvSpPr>
          <p:nvPr>
            <p:ph type="sldNum" sz="quarter" idx="5"/>
          </p:nvPr>
        </p:nvSpPr>
        <p:spPr>
          <a:xfrm>
            <a:off x="3884613" y="8685213"/>
            <a:ext cx="2971800" cy="457200"/>
          </a:xfrm>
          <a:prstGeom prst="rect">
            <a:avLst/>
          </a:prstGeom>
          <a:ln/>
        </p:spPr>
        <p:txBody>
          <a:bodyPr/>
          <a:lstStyle/>
          <a:p>
            <a:fld id="{AFFCBE67-A9C0-4C6B-8A5D-D95A96B8DB22}" type="slidenum">
              <a:rPr lang="en-US" altLang="en-US"/>
              <a:pPr/>
              <a:t>34</a:t>
            </a:fld>
            <a:endParaRPr lang="en-US" altLang="en-US"/>
          </a:p>
        </p:txBody>
      </p:sp>
      <p:sp>
        <p:nvSpPr>
          <p:cNvPr id="128002" name="Rectangle 2">
            <a:extLst>
              <a:ext uri="{FF2B5EF4-FFF2-40B4-BE49-F238E27FC236}">
                <a16:creationId xmlns:a16="http://schemas.microsoft.com/office/drawing/2014/main" id="{DD5D89A9-0FF7-4076-86E9-0940CF0837EF}"/>
              </a:ext>
            </a:extLst>
          </p:cNvPr>
          <p:cNvSpPr>
            <a:spLocks noGrp="1" noRot="1" noChangeAspect="1" noChangeArrowheads="1" noTextEdit="1"/>
          </p:cNvSpPr>
          <p:nvPr>
            <p:ph type="sldImg"/>
          </p:nvPr>
        </p:nvSpPr>
        <p:spPr>
          <a:xfrm>
            <a:off x="381000" y="685800"/>
            <a:ext cx="6096000" cy="3429000"/>
          </a:xfrm>
          <a:ln/>
        </p:spPr>
      </p:sp>
      <p:sp>
        <p:nvSpPr>
          <p:cNvPr id="128003" name="Rectangle 3">
            <a:extLst>
              <a:ext uri="{FF2B5EF4-FFF2-40B4-BE49-F238E27FC236}">
                <a16:creationId xmlns:a16="http://schemas.microsoft.com/office/drawing/2014/main" id="{5C3CA961-9158-4372-9B7B-ACF89D9FA8F7}"/>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310D5AC6-D7DF-482A-AE07-755BDA6A3583}"/>
              </a:ext>
            </a:extLst>
          </p:cNvPr>
          <p:cNvSpPr>
            <a:spLocks noGrp="1" noChangeArrowheads="1"/>
          </p:cNvSpPr>
          <p:nvPr>
            <p:ph type="sldNum" sz="quarter" idx="5"/>
          </p:nvPr>
        </p:nvSpPr>
        <p:spPr>
          <a:xfrm>
            <a:off x="3884613" y="8685213"/>
            <a:ext cx="2971800" cy="457200"/>
          </a:xfrm>
          <a:prstGeom prst="rect">
            <a:avLst/>
          </a:prstGeom>
          <a:ln/>
        </p:spPr>
        <p:txBody>
          <a:bodyPr/>
          <a:lstStyle/>
          <a:p>
            <a:fld id="{AFFCBE67-A9C0-4C6B-8A5D-D95A96B8DB22}" type="slidenum">
              <a:rPr lang="en-US" altLang="en-US"/>
              <a:pPr/>
              <a:t>35</a:t>
            </a:fld>
            <a:endParaRPr lang="en-US" altLang="en-US"/>
          </a:p>
        </p:txBody>
      </p:sp>
      <p:sp>
        <p:nvSpPr>
          <p:cNvPr id="128002" name="Rectangle 2">
            <a:extLst>
              <a:ext uri="{FF2B5EF4-FFF2-40B4-BE49-F238E27FC236}">
                <a16:creationId xmlns:a16="http://schemas.microsoft.com/office/drawing/2014/main" id="{DD5D89A9-0FF7-4076-86E9-0940CF0837EF}"/>
              </a:ext>
            </a:extLst>
          </p:cNvPr>
          <p:cNvSpPr>
            <a:spLocks noGrp="1" noRot="1" noChangeAspect="1" noChangeArrowheads="1" noTextEdit="1"/>
          </p:cNvSpPr>
          <p:nvPr>
            <p:ph type="sldImg"/>
          </p:nvPr>
        </p:nvSpPr>
        <p:spPr>
          <a:xfrm>
            <a:off x="381000" y="685800"/>
            <a:ext cx="6096000" cy="3429000"/>
          </a:xfrm>
          <a:ln/>
        </p:spPr>
      </p:sp>
      <p:sp>
        <p:nvSpPr>
          <p:cNvPr id="128003" name="Rectangle 3">
            <a:extLst>
              <a:ext uri="{FF2B5EF4-FFF2-40B4-BE49-F238E27FC236}">
                <a16:creationId xmlns:a16="http://schemas.microsoft.com/office/drawing/2014/main" id="{5C3CA961-9158-4372-9B7B-ACF89D9FA8F7}"/>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310D5AC6-D7DF-482A-AE07-755BDA6A3583}"/>
              </a:ext>
            </a:extLst>
          </p:cNvPr>
          <p:cNvSpPr>
            <a:spLocks noGrp="1" noChangeArrowheads="1"/>
          </p:cNvSpPr>
          <p:nvPr>
            <p:ph type="sldNum" sz="quarter" idx="5"/>
          </p:nvPr>
        </p:nvSpPr>
        <p:spPr>
          <a:xfrm>
            <a:off x="3884613" y="8685213"/>
            <a:ext cx="2971800" cy="457200"/>
          </a:xfrm>
          <a:prstGeom prst="rect">
            <a:avLst/>
          </a:prstGeom>
          <a:ln/>
        </p:spPr>
        <p:txBody>
          <a:bodyPr/>
          <a:lstStyle/>
          <a:p>
            <a:fld id="{AFFCBE67-A9C0-4C6B-8A5D-D95A96B8DB22}" type="slidenum">
              <a:rPr lang="en-US" altLang="en-US"/>
              <a:pPr/>
              <a:t>36</a:t>
            </a:fld>
            <a:endParaRPr lang="en-US" altLang="en-US"/>
          </a:p>
        </p:txBody>
      </p:sp>
      <p:sp>
        <p:nvSpPr>
          <p:cNvPr id="128002" name="Rectangle 2">
            <a:extLst>
              <a:ext uri="{FF2B5EF4-FFF2-40B4-BE49-F238E27FC236}">
                <a16:creationId xmlns:a16="http://schemas.microsoft.com/office/drawing/2014/main" id="{DD5D89A9-0FF7-4076-86E9-0940CF0837EF}"/>
              </a:ext>
            </a:extLst>
          </p:cNvPr>
          <p:cNvSpPr>
            <a:spLocks noGrp="1" noRot="1" noChangeAspect="1" noChangeArrowheads="1" noTextEdit="1"/>
          </p:cNvSpPr>
          <p:nvPr>
            <p:ph type="sldImg"/>
          </p:nvPr>
        </p:nvSpPr>
        <p:spPr>
          <a:xfrm>
            <a:off x="381000" y="685800"/>
            <a:ext cx="6096000" cy="3429000"/>
          </a:xfrm>
          <a:ln/>
        </p:spPr>
      </p:sp>
      <p:sp>
        <p:nvSpPr>
          <p:cNvPr id="128003" name="Rectangle 3">
            <a:extLst>
              <a:ext uri="{FF2B5EF4-FFF2-40B4-BE49-F238E27FC236}">
                <a16:creationId xmlns:a16="http://schemas.microsoft.com/office/drawing/2014/main" id="{5C3CA961-9158-4372-9B7B-ACF89D9FA8F7}"/>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310D5AC6-D7DF-482A-AE07-755BDA6A3583}"/>
              </a:ext>
            </a:extLst>
          </p:cNvPr>
          <p:cNvSpPr>
            <a:spLocks noGrp="1" noChangeArrowheads="1"/>
          </p:cNvSpPr>
          <p:nvPr>
            <p:ph type="sldNum" sz="quarter" idx="5"/>
          </p:nvPr>
        </p:nvSpPr>
        <p:spPr>
          <a:xfrm>
            <a:off x="3884613" y="8685213"/>
            <a:ext cx="2971800" cy="457200"/>
          </a:xfrm>
          <a:prstGeom prst="rect">
            <a:avLst/>
          </a:prstGeom>
          <a:ln/>
        </p:spPr>
        <p:txBody>
          <a:bodyPr/>
          <a:lstStyle/>
          <a:p>
            <a:fld id="{AFFCBE67-A9C0-4C6B-8A5D-D95A96B8DB22}" type="slidenum">
              <a:rPr lang="en-US" altLang="en-US"/>
              <a:pPr/>
              <a:t>37</a:t>
            </a:fld>
            <a:endParaRPr lang="en-US" altLang="en-US"/>
          </a:p>
        </p:txBody>
      </p:sp>
      <p:sp>
        <p:nvSpPr>
          <p:cNvPr id="128002" name="Rectangle 2">
            <a:extLst>
              <a:ext uri="{FF2B5EF4-FFF2-40B4-BE49-F238E27FC236}">
                <a16:creationId xmlns:a16="http://schemas.microsoft.com/office/drawing/2014/main" id="{DD5D89A9-0FF7-4076-86E9-0940CF0837EF}"/>
              </a:ext>
            </a:extLst>
          </p:cNvPr>
          <p:cNvSpPr>
            <a:spLocks noGrp="1" noRot="1" noChangeAspect="1" noChangeArrowheads="1" noTextEdit="1"/>
          </p:cNvSpPr>
          <p:nvPr>
            <p:ph type="sldImg"/>
          </p:nvPr>
        </p:nvSpPr>
        <p:spPr>
          <a:xfrm>
            <a:off x="381000" y="685800"/>
            <a:ext cx="6096000" cy="3429000"/>
          </a:xfrm>
          <a:ln/>
        </p:spPr>
      </p:sp>
      <p:sp>
        <p:nvSpPr>
          <p:cNvPr id="128003" name="Rectangle 3">
            <a:extLst>
              <a:ext uri="{FF2B5EF4-FFF2-40B4-BE49-F238E27FC236}">
                <a16:creationId xmlns:a16="http://schemas.microsoft.com/office/drawing/2014/main" id="{5C3CA961-9158-4372-9B7B-ACF89D9FA8F7}"/>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310D5AC6-D7DF-482A-AE07-755BDA6A3583}"/>
              </a:ext>
            </a:extLst>
          </p:cNvPr>
          <p:cNvSpPr>
            <a:spLocks noGrp="1" noChangeArrowheads="1"/>
          </p:cNvSpPr>
          <p:nvPr>
            <p:ph type="sldNum" sz="quarter" idx="5"/>
          </p:nvPr>
        </p:nvSpPr>
        <p:spPr>
          <a:xfrm>
            <a:off x="3884613" y="8685213"/>
            <a:ext cx="2971800" cy="457200"/>
          </a:xfrm>
          <a:prstGeom prst="rect">
            <a:avLst/>
          </a:prstGeom>
          <a:ln/>
        </p:spPr>
        <p:txBody>
          <a:bodyPr/>
          <a:lstStyle/>
          <a:p>
            <a:fld id="{AFFCBE67-A9C0-4C6B-8A5D-D95A96B8DB22}" type="slidenum">
              <a:rPr lang="en-US" altLang="en-US"/>
              <a:pPr/>
              <a:t>38</a:t>
            </a:fld>
            <a:endParaRPr lang="en-US" altLang="en-US"/>
          </a:p>
        </p:txBody>
      </p:sp>
      <p:sp>
        <p:nvSpPr>
          <p:cNvPr id="128002" name="Rectangle 2">
            <a:extLst>
              <a:ext uri="{FF2B5EF4-FFF2-40B4-BE49-F238E27FC236}">
                <a16:creationId xmlns:a16="http://schemas.microsoft.com/office/drawing/2014/main" id="{DD5D89A9-0FF7-4076-86E9-0940CF0837EF}"/>
              </a:ext>
            </a:extLst>
          </p:cNvPr>
          <p:cNvSpPr>
            <a:spLocks noGrp="1" noRot="1" noChangeAspect="1" noChangeArrowheads="1" noTextEdit="1"/>
          </p:cNvSpPr>
          <p:nvPr>
            <p:ph type="sldImg"/>
          </p:nvPr>
        </p:nvSpPr>
        <p:spPr>
          <a:xfrm>
            <a:off x="381000" y="685800"/>
            <a:ext cx="6096000" cy="3429000"/>
          </a:xfrm>
          <a:ln/>
        </p:spPr>
      </p:sp>
      <p:sp>
        <p:nvSpPr>
          <p:cNvPr id="128003" name="Rectangle 3">
            <a:extLst>
              <a:ext uri="{FF2B5EF4-FFF2-40B4-BE49-F238E27FC236}">
                <a16:creationId xmlns:a16="http://schemas.microsoft.com/office/drawing/2014/main" id="{5C3CA961-9158-4372-9B7B-ACF89D9FA8F7}"/>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310D5AC6-D7DF-482A-AE07-755BDA6A3583}"/>
              </a:ext>
            </a:extLst>
          </p:cNvPr>
          <p:cNvSpPr>
            <a:spLocks noGrp="1" noChangeArrowheads="1"/>
          </p:cNvSpPr>
          <p:nvPr>
            <p:ph type="sldNum" sz="quarter" idx="5"/>
          </p:nvPr>
        </p:nvSpPr>
        <p:spPr>
          <a:xfrm>
            <a:off x="3884613" y="8685213"/>
            <a:ext cx="2971800" cy="457200"/>
          </a:xfrm>
          <a:prstGeom prst="rect">
            <a:avLst/>
          </a:prstGeom>
          <a:ln/>
        </p:spPr>
        <p:txBody>
          <a:bodyPr/>
          <a:lstStyle/>
          <a:p>
            <a:fld id="{AFFCBE67-A9C0-4C6B-8A5D-D95A96B8DB22}" type="slidenum">
              <a:rPr lang="en-US" altLang="en-US"/>
              <a:pPr/>
              <a:t>39</a:t>
            </a:fld>
            <a:endParaRPr lang="en-US" altLang="en-US"/>
          </a:p>
        </p:txBody>
      </p:sp>
      <p:sp>
        <p:nvSpPr>
          <p:cNvPr id="128002" name="Rectangle 2">
            <a:extLst>
              <a:ext uri="{FF2B5EF4-FFF2-40B4-BE49-F238E27FC236}">
                <a16:creationId xmlns:a16="http://schemas.microsoft.com/office/drawing/2014/main" id="{DD5D89A9-0FF7-4076-86E9-0940CF0837EF}"/>
              </a:ext>
            </a:extLst>
          </p:cNvPr>
          <p:cNvSpPr>
            <a:spLocks noGrp="1" noRot="1" noChangeAspect="1" noChangeArrowheads="1" noTextEdit="1"/>
          </p:cNvSpPr>
          <p:nvPr>
            <p:ph type="sldImg"/>
          </p:nvPr>
        </p:nvSpPr>
        <p:spPr>
          <a:xfrm>
            <a:off x="381000" y="685800"/>
            <a:ext cx="6096000" cy="3429000"/>
          </a:xfrm>
          <a:ln/>
        </p:spPr>
      </p:sp>
      <p:sp>
        <p:nvSpPr>
          <p:cNvPr id="128003" name="Rectangle 3">
            <a:extLst>
              <a:ext uri="{FF2B5EF4-FFF2-40B4-BE49-F238E27FC236}">
                <a16:creationId xmlns:a16="http://schemas.microsoft.com/office/drawing/2014/main" id="{5C3CA961-9158-4372-9B7B-ACF89D9FA8F7}"/>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310D5AC6-D7DF-482A-AE07-755BDA6A3583}"/>
              </a:ext>
            </a:extLst>
          </p:cNvPr>
          <p:cNvSpPr>
            <a:spLocks noGrp="1" noChangeArrowheads="1"/>
          </p:cNvSpPr>
          <p:nvPr>
            <p:ph type="sldNum" sz="quarter" idx="5"/>
          </p:nvPr>
        </p:nvSpPr>
        <p:spPr>
          <a:xfrm>
            <a:off x="3884613" y="8685213"/>
            <a:ext cx="2971800" cy="457200"/>
          </a:xfrm>
          <a:prstGeom prst="rect">
            <a:avLst/>
          </a:prstGeom>
          <a:ln/>
        </p:spPr>
        <p:txBody>
          <a:bodyPr/>
          <a:lstStyle/>
          <a:p>
            <a:fld id="{AFFCBE67-A9C0-4C6B-8A5D-D95A96B8DB22}" type="slidenum">
              <a:rPr lang="en-US" altLang="en-US"/>
              <a:pPr/>
              <a:t>40</a:t>
            </a:fld>
            <a:endParaRPr lang="en-US" altLang="en-US"/>
          </a:p>
        </p:txBody>
      </p:sp>
      <p:sp>
        <p:nvSpPr>
          <p:cNvPr id="128002" name="Rectangle 2">
            <a:extLst>
              <a:ext uri="{FF2B5EF4-FFF2-40B4-BE49-F238E27FC236}">
                <a16:creationId xmlns:a16="http://schemas.microsoft.com/office/drawing/2014/main" id="{DD5D89A9-0FF7-4076-86E9-0940CF0837EF}"/>
              </a:ext>
            </a:extLst>
          </p:cNvPr>
          <p:cNvSpPr>
            <a:spLocks noGrp="1" noRot="1" noChangeAspect="1" noChangeArrowheads="1" noTextEdit="1"/>
          </p:cNvSpPr>
          <p:nvPr>
            <p:ph type="sldImg"/>
          </p:nvPr>
        </p:nvSpPr>
        <p:spPr>
          <a:xfrm>
            <a:off x="381000" y="685800"/>
            <a:ext cx="6096000" cy="3429000"/>
          </a:xfrm>
          <a:ln/>
        </p:spPr>
      </p:sp>
      <p:sp>
        <p:nvSpPr>
          <p:cNvPr id="128003" name="Rectangle 3">
            <a:extLst>
              <a:ext uri="{FF2B5EF4-FFF2-40B4-BE49-F238E27FC236}">
                <a16:creationId xmlns:a16="http://schemas.microsoft.com/office/drawing/2014/main" id="{5C3CA961-9158-4372-9B7B-ACF89D9FA8F7}"/>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310D5AC6-D7DF-482A-AE07-755BDA6A3583}"/>
              </a:ext>
            </a:extLst>
          </p:cNvPr>
          <p:cNvSpPr>
            <a:spLocks noGrp="1" noChangeArrowheads="1"/>
          </p:cNvSpPr>
          <p:nvPr>
            <p:ph type="sldNum" sz="quarter" idx="5"/>
          </p:nvPr>
        </p:nvSpPr>
        <p:spPr>
          <a:xfrm>
            <a:off x="3884613" y="8685213"/>
            <a:ext cx="2971800" cy="457200"/>
          </a:xfrm>
          <a:prstGeom prst="rect">
            <a:avLst/>
          </a:prstGeom>
          <a:ln/>
        </p:spPr>
        <p:txBody>
          <a:bodyPr/>
          <a:lstStyle/>
          <a:p>
            <a:fld id="{AFFCBE67-A9C0-4C6B-8A5D-D95A96B8DB22}" type="slidenum">
              <a:rPr lang="en-US" altLang="en-US"/>
              <a:pPr/>
              <a:t>41</a:t>
            </a:fld>
            <a:endParaRPr lang="en-US" altLang="en-US"/>
          </a:p>
        </p:txBody>
      </p:sp>
      <p:sp>
        <p:nvSpPr>
          <p:cNvPr id="128002" name="Rectangle 2">
            <a:extLst>
              <a:ext uri="{FF2B5EF4-FFF2-40B4-BE49-F238E27FC236}">
                <a16:creationId xmlns:a16="http://schemas.microsoft.com/office/drawing/2014/main" id="{DD5D89A9-0FF7-4076-86E9-0940CF0837EF}"/>
              </a:ext>
            </a:extLst>
          </p:cNvPr>
          <p:cNvSpPr>
            <a:spLocks noGrp="1" noRot="1" noChangeAspect="1" noChangeArrowheads="1" noTextEdit="1"/>
          </p:cNvSpPr>
          <p:nvPr>
            <p:ph type="sldImg"/>
          </p:nvPr>
        </p:nvSpPr>
        <p:spPr>
          <a:xfrm>
            <a:off x="381000" y="685800"/>
            <a:ext cx="6096000" cy="3429000"/>
          </a:xfrm>
          <a:ln/>
        </p:spPr>
      </p:sp>
      <p:sp>
        <p:nvSpPr>
          <p:cNvPr id="128003" name="Rectangle 3">
            <a:extLst>
              <a:ext uri="{FF2B5EF4-FFF2-40B4-BE49-F238E27FC236}">
                <a16:creationId xmlns:a16="http://schemas.microsoft.com/office/drawing/2014/main" id="{5C3CA961-9158-4372-9B7B-ACF89D9FA8F7}"/>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310D5AC6-D7DF-482A-AE07-755BDA6A3583}"/>
              </a:ext>
            </a:extLst>
          </p:cNvPr>
          <p:cNvSpPr>
            <a:spLocks noGrp="1" noChangeArrowheads="1"/>
          </p:cNvSpPr>
          <p:nvPr>
            <p:ph type="sldNum" sz="quarter" idx="5"/>
          </p:nvPr>
        </p:nvSpPr>
        <p:spPr>
          <a:xfrm>
            <a:off x="3884613" y="8685213"/>
            <a:ext cx="2971800" cy="457200"/>
          </a:xfrm>
          <a:prstGeom prst="rect">
            <a:avLst/>
          </a:prstGeom>
          <a:ln/>
        </p:spPr>
        <p:txBody>
          <a:bodyPr/>
          <a:lstStyle/>
          <a:p>
            <a:fld id="{AFFCBE67-A9C0-4C6B-8A5D-D95A96B8DB22}" type="slidenum">
              <a:rPr lang="en-US" altLang="en-US"/>
              <a:pPr/>
              <a:t>42</a:t>
            </a:fld>
            <a:endParaRPr lang="en-US" altLang="en-US"/>
          </a:p>
        </p:txBody>
      </p:sp>
      <p:sp>
        <p:nvSpPr>
          <p:cNvPr id="128002" name="Rectangle 2">
            <a:extLst>
              <a:ext uri="{FF2B5EF4-FFF2-40B4-BE49-F238E27FC236}">
                <a16:creationId xmlns:a16="http://schemas.microsoft.com/office/drawing/2014/main" id="{DD5D89A9-0FF7-4076-86E9-0940CF0837EF}"/>
              </a:ext>
            </a:extLst>
          </p:cNvPr>
          <p:cNvSpPr>
            <a:spLocks noGrp="1" noRot="1" noChangeAspect="1" noChangeArrowheads="1" noTextEdit="1"/>
          </p:cNvSpPr>
          <p:nvPr>
            <p:ph type="sldImg"/>
          </p:nvPr>
        </p:nvSpPr>
        <p:spPr>
          <a:xfrm>
            <a:off x="381000" y="685800"/>
            <a:ext cx="6096000" cy="3429000"/>
          </a:xfrm>
          <a:ln/>
        </p:spPr>
      </p:sp>
      <p:sp>
        <p:nvSpPr>
          <p:cNvPr id="128003" name="Rectangle 3">
            <a:extLst>
              <a:ext uri="{FF2B5EF4-FFF2-40B4-BE49-F238E27FC236}">
                <a16:creationId xmlns:a16="http://schemas.microsoft.com/office/drawing/2014/main" id="{5C3CA961-9158-4372-9B7B-ACF89D9FA8F7}"/>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310D5AC6-D7DF-482A-AE07-755BDA6A3583}"/>
              </a:ext>
            </a:extLst>
          </p:cNvPr>
          <p:cNvSpPr>
            <a:spLocks noGrp="1" noChangeArrowheads="1"/>
          </p:cNvSpPr>
          <p:nvPr>
            <p:ph type="sldNum" sz="quarter" idx="5"/>
          </p:nvPr>
        </p:nvSpPr>
        <p:spPr>
          <a:xfrm>
            <a:off x="3884613" y="8685213"/>
            <a:ext cx="2971800" cy="457200"/>
          </a:xfrm>
          <a:prstGeom prst="rect">
            <a:avLst/>
          </a:prstGeom>
          <a:ln/>
        </p:spPr>
        <p:txBody>
          <a:bodyPr/>
          <a:lstStyle/>
          <a:p>
            <a:fld id="{AFFCBE67-A9C0-4C6B-8A5D-D95A96B8DB22}" type="slidenum">
              <a:rPr lang="en-US" altLang="en-US"/>
              <a:pPr/>
              <a:t>43</a:t>
            </a:fld>
            <a:endParaRPr lang="en-US" altLang="en-US"/>
          </a:p>
        </p:txBody>
      </p:sp>
      <p:sp>
        <p:nvSpPr>
          <p:cNvPr id="128002" name="Rectangle 2">
            <a:extLst>
              <a:ext uri="{FF2B5EF4-FFF2-40B4-BE49-F238E27FC236}">
                <a16:creationId xmlns:a16="http://schemas.microsoft.com/office/drawing/2014/main" id="{DD5D89A9-0FF7-4076-86E9-0940CF0837EF}"/>
              </a:ext>
            </a:extLst>
          </p:cNvPr>
          <p:cNvSpPr>
            <a:spLocks noGrp="1" noRot="1" noChangeAspect="1" noChangeArrowheads="1" noTextEdit="1"/>
          </p:cNvSpPr>
          <p:nvPr>
            <p:ph type="sldImg"/>
          </p:nvPr>
        </p:nvSpPr>
        <p:spPr>
          <a:xfrm>
            <a:off x="381000" y="685800"/>
            <a:ext cx="6096000" cy="3429000"/>
          </a:xfrm>
          <a:ln/>
        </p:spPr>
      </p:sp>
      <p:sp>
        <p:nvSpPr>
          <p:cNvPr id="128003" name="Rectangle 3">
            <a:extLst>
              <a:ext uri="{FF2B5EF4-FFF2-40B4-BE49-F238E27FC236}">
                <a16:creationId xmlns:a16="http://schemas.microsoft.com/office/drawing/2014/main" id="{5C3CA961-9158-4372-9B7B-ACF89D9FA8F7}"/>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EDFE1AE3-68A1-45A0-BCF6-6B49B9FA4CC3}"/>
              </a:ext>
            </a:extLst>
          </p:cNvPr>
          <p:cNvSpPr>
            <a:spLocks noGrp="1" noChangeArrowheads="1"/>
          </p:cNvSpPr>
          <p:nvPr>
            <p:ph type="sldNum" sz="quarter" idx="5"/>
          </p:nvPr>
        </p:nvSpPr>
        <p:spPr>
          <a:xfrm>
            <a:off x="3884613" y="8685213"/>
            <a:ext cx="2971800" cy="457200"/>
          </a:xfrm>
          <a:prstGeom prst="rect">
            <a:avLst/>
          </a:prstGeom>
          <a:ln/>
        </p:spPr>
        <p:txBody>
          <a:bodyPr/>
          <a:lstStyle/>
          <a:p>
            <a:fld id="{1201A3A0-0885-4C44-A3B8-D44631CD1FEF}" type="slidenum">
              <a:rPr lang="en-US" altLang="en-US"/>
              <a:pPr/>
              <a:t>49</a:t>
            </a:fld>
            <a:endParaRPr lang="en-US" altLang="en-US"/>
          </a:p>
        </p:txBody>
      </p:sp>
      <p:sp>
        <p:nvSpPr>
          <p:cNvPr id="129026" name="Rectangle 2">
            <a:extLst>
              <a:ext uri="{FF2B5EF4-FFF2-40B4-BE49-F238E27FC236}">
                <a16:creationId xmlns:a16="http://schemas.microsoft.com/office/drawing/2014/main" id="{C5C9F13A-0ED7-44FC-B6A4-E16CDF401FB6}"/>
              </a:ext>
            </a:extLst>
          </p:cNvPr>
          <p:cNvSpPr>
            <a:spLocks noGrp="1" noRot="1" noChangeAspect="1" noChangeArrowheads="1" noTextEdit="1"/>
          </p:cNvSpPr>
          <p:nvPr>
            <p:ph type="sldImg"/>
          </p:nvPr>
        </p:nvSpPr>
        <p:spPr>
          <a:xfrm>
            <a:off x="381000" y="685800"/>
            <a:ext cx="6096000" cy="3429000"/>
          </a:xfrm>
          <a:ln/>
        </p:spPr>
      </p:sp>
      <p:sp>
        <p:nvSpPr>
          <p:cNvPr id="129027" name="Rectangle 3">
            <a:extLst>
              <a:ext uri="{FF2B5EF4-FFF2-40B4-BE49-F238E27FC236}">
                <a16:creationId xmlns:a16="http://schemas.microsoft.com/office/drawing/2014/main" id="{676C8A49-92BB-48C8-B0EB-5B7E033893C9}"/>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3F1B9E30-4B74-4F32-9C18-C992249E7F4F}"/>
              </a:ext>
            </a:extLst>
          </p:cNvPr>
          <p:cNvSpPr>
            <a:spLocks noGrp="1" noChangeArrowheads="1"/>
          </p:cNvSpPr>
          <p:nvPr>
            <p:ph type="sldNum" sz="quarter" idx="5"/>
          </p:nvPr>
        </p:nvSpPr>
        <p:spPr>
          <a:xfrm>
            <a:off x="3884613" y="8685213"/>
            <a:ext cx="2971800" cy="457200"/>
          </a:xfrm>
          <a:prstGeom prst="rect">
            <a:avLst/>
          </a:prstGeom>
          <a:ln/>
        </p:spPr>
        <p:txBody>
          <a:bodyPr/>
          <a:lstStyle/>
          <a:p>
            <a:fld id="{5D965788-0F0F-491F-9A7C-4E393DD883DF}" type="slidenum">
              <a:rPr lang="en-US" altLang="en-US"/>
              <a:pPr/>
              <a:t>50</a:t>
            </a:fld>
            <a:endParaRPr lang="en-US" altLang="en-US"/>
          </a:p>
        </p:txBody>
      </p:sp>
      <p:sp>
        <p:nvSpPr>
          <p:cNvPr id="130050" name="Rectangle 2">
            <a:extLst>
              <a:ext uri="{FF2B5EF4-FFF2-40B4-BE49-F238E27FC236}">
                <a16:creationId xmlns:a16="http://schemas.microsoft.com/office/drawing/2014/main" id="{08862BA6-E52E-418D-A53E-57E49FC6206F}"/>
              </a:ext>
            </a:extLst>
          </p:cNvPr>
          <p:cNvSpPr>
            <a:spLocks noGrp="1" noRot="1" noChangeAspect="1" noChangeArrowheads="1" noTextEdit="1"/>
          </p:cNvSpPr>
          <p:nvPr>
            <p:ph type="sldImg"/>
          </p:nvPr>
        </p:nvSpPr>
        <p:spPr>
          <a:xfrm>
            <a:off x="381000" y="685800"/>
            <a:ext cx="6096000" cy="3429000"/>
          </a:xfrm>
          <a:ln/>
        </p:spPr>
      </p:sp>
      <p:sp>
        <p:nvSpPr>
          <p:cNvPr id="130051" name="Rectangle 3">
            <a:extLst>
              <a:ext uri="{FF2B5EF4-FFF2-40B4-BE49-F238E27FC236}">
                <a16:creationId xmlns:a16="http://schemas.microsoft.com/office/drawing/2014/main" id="{09054E21-DF85-4A69-AA2E-E78752CA1BEF}"/>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3C89BE66-C9F9-418F-BA76-18940165BD32}"/>
              </a:ext>
            </a:extLst>
          </p:cNvPr>
          <p:cNvSpPr>
            <a:spLocks noGrp="1" noChangeArrowheads="1"/>
          </p:cNvSpPr>
          <p:nvPr>
            <p:ph type="sldNum" sz="quarter" idx="5"/>
          </p:nvPr>
        </p:nvSpPr>
        <p:spPr>
          <a:xfrm>
            <a:off x="3884613" y="8685213"/>
            <a:ext cx="2971800" cy="457200"/>
          </a:xfrm>
          <a:prstGeom prst="rect">
            <a:avLst/>
          </a:prstGeom>
          <a:ln/>
        </p:spPr>
        <p:txBody>
          <a:bodyPr/>
          <a:lstStyle/>
          <a:p>
            <a:fld id="{7EAF0047-027B-48F8-8258-7B64068454E6}" type="slidenum">
              <a:rPr lang="en-US" altLang="en-US"/>
              <a:pPr/>
              <a:t>51</a:t>
            </a:fld>
            <a:endParaRPr lang="en-US" altLang="en-US"/>
          </a:p>
        </p:txBody>
      </p:sp>
      <p:sp>
        <p:nvSpPr>
          <p:cNvPr id="131074" name="Rectangle 2">
            <a:extLst>
              <a:ext uri="{FF2B5EF4-FFF2-40B4-BE49-F238E27FC236}">
                <a16:creationId xmlns:a16="http://schemas.microsoft.com/office/drawing/2014/main" id="{EF492D91-F4E5-4588-85A7-3C1877DE1960}"/>
              </a:ext>
            </a:extLst>
          </p:cNvPr>
          <p:cNvSpPr>
            <a:spLocks noGrp="1" noRot="1" noChangeAspect="1" noChangeArrowheads="1" noTextEdit="1"/>
          </p:cNvSpPr>
          <p:nvPr>
            <p:ph type="sldImg"/>
          </p:nvPr>
        </p:nvSpPr>
        <p:spPr>
          <a:xfrm>
            <a:off x="381000" y="685800"/>
            <a:ext cx="6096000" cy="3429000"/>
          </a:xfrm>
          <a:ln/>
        </p:spPr>
      </p:sp>
      <p:sp>
        <p:nvSpPr>
          <p:cNvPr id="131075" name="Rectangle 3">
            <a:extLst>
              <a:ext uri="{FF2B5EF4-FFF2-40B4-BE49-F238E27FC236}">
                <a16:creationId xmlns:a16="http://schemas.microsoft.com/office/drawing/2014/main" id="{3EDCCDA0-9B66-4782-9C4E-1416C0299202}"/>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87FADC5B-3FF2-4A52-A666-23CCA16A39FC}"/>
              </a:ext>
            </a:extLst>
          </p:cNvPr>
          <p:cNvSpPr>
            <a:spLocks noGrp="1" noChangeArrowheads="1"/>
          </p:cNvSpPr>
          <p:nvPr>
            <p:ph type="sldNum" sz="quarter" idx="5"/>
          </p:nvPr>
        </p:nvSpPr>
        <p:spPr>
          <a:xfrm>
            <a:off x="3884613" y="8685213"/>
            <a:ext cx="2971800" cy="457200"/>
          </a:xfrm>
          <a:prstGeom prst="rect">
            <a:avLst/>
          </a:prstGeom>
          <a:ln/>
        </p:spPr>
        <p:txBody>
          <a:bodyPr/>
          <a:lstStyle/>
          <a:p>
            <a:fld id="{7B565B42-0967-4D65-8A92-EC4FEF3BCE00}" type="slidenum">
              <a:rPr lang="en-US" altLang="en-US"/>
              <a:pPr/>
              <a:t>53</a:t>
            </a:fld>
            <a:endParaRPr lang="en-US" altLang="en-US"/>
          </a:p>
        </p:txBody>
      </p:sp>
      <p:sp>
        <p:nvSpPr>
          <p:cNvPr id="132098" name="Rectangle 2">
            <a:extLst>
              <a:ext uri="{FF2B5EF4-FFF2-40B4-BE49-F238E27FC236}">
                <a16:creationId xmlns:a16="http://schemas.microsoft.com/office/drawing/2014/main" id="{820BE767-58EF-49E2-8869-7889AD66C864}"/>
              </a:ext>
            </a:extLst>
          </p:cNvPr>
          <p:cNvSpPr>
            <a:spLocks noGrp="1" noRot="1" noChangeAspect="1" noChangeArrowheads="1" noTextEdit="1"/>
          </p:cNvSpPr>
          <p:nvPr>
            <p:ph type="sldImg"/>
          </p:nvPr>
        </p:nvSpPr>
        <p:spPr>
          <a:xfrm>
            <a:off x="381000" y="685800"/>
            <a:ext cx="6096000" cy="3429000"/>
          </a:xfrm>
          <a:ln/>
        </p:spPr>
      </p:sp>
      <p:sp>
        <p:nvSpPr>
          <p:cNvPr id="132099" name="Rectangle 3">
            <a:extLst>
              <a:ext uri="{FF2B5EF4-FFF2-40B4-BE49-F238E27FC236}">
                <a16:creationId xmlns:a16="http://schemas.microsoft.com/office/drawing/2014/main" id="{A7CC2A98-0908-485A-9BFC-2E8D83871F8E}"/>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6FADDD7F-FBF3-48B9-8780-44C1889FF8F3}"/>
              </a:ext>
            </a:extLst>
          </p:cNvPr>
          <p:cNvSpPr>
            <a:spLocks noGrp="1" noChangeArrowheads="1"/>
          </p:cNvSpPr>
          <p:nvPr>
            <p:ph type="sldNum" sz="quarter" idx="5"/>
          </p:nvPr>
        </p:nvSpPr>
        <p:spPr>
          <a:xfrm>
            <a:off x="3884613" y="8685213"/>
            <a:ext cx="2971800" cy="457200"/>
          </a:xfrm>
          <a:prstGeom prst="rect">
            <a:avLst/>
          </a:prstGeom>
          <a:ln/>
        </p:spPr>
        <p:txBody>
          <a:bodyPr/>
          <a:lstStyle/>
          <a:p>
            <a:fld id="{8D550BCE-B3FA-4C93-A44C-0837959A6461}" type="slidenum">
              <a:rPr lang="en-US" altLang="en-US"/>
              <a:pPr/>
              <a:t>54</a:t>
            </a:fld>
            <a:endParaRPr lang="en-US" altLang="en-US"/>
          </a:p>
        </p:txBody>
      </p:sp>
      <p:sp>
        <p:nvSpPr>
          <p:cNvPr id="133122" name="Rectangle 2">
            <a:extLst>
              <a:ext uri="{FF2B5EF4-FFF2-40B4-BE49-F238E27FC236}">
                <a16:creationId xmlns:a16="http://schemas.microsoft.com/office/drawing/2014/main" id="{FA6A73F3-024B-460E-BCDE-0C1B0CDA5F48}"/>
              </a:ext>
            </a:extLst>
          </p:cNvPr>
          <p:cNvSpPr>
            <a:spLocks noGrp="1" noRot="1" noChangeAspect="1" noChangeArrowheads="1" noTextEdit="1"/>
          </p:cNvSpPr>
          <p:nvPr>
            <p:ph type="sldImg"/>
          </p:nvPr>
        </p:nvSpPr>
        <p:spPr>
          <a:xfrm>
            <a:off x="381000" y="685800"/>
            <a:ext cx="6096000" cy="3429000"/>
          </a:xfrm>
          <a:ln/>
        </p:spPr>
      </p:sp>
      <p:sp>
        <p:nvSpPr>
          <p:cNvPr id="133123" name="Rectangle 3">
            <a:extLst>
              <a:ext uri="{FF2B5EF4-FFF2-40B4-BE49-F238E27FC236}">
                <a16:creationId xmlns:a16="http://schemas.microsoft.com/office/drawing/2014/main" id="{B110F422-7C8E-4E06-955D-F406D4A3079F}"/>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7AA25F9C-539B-4191-87C9-78AD5F8C8A81}"/>
              </a:ext>
            </a:extLst>
          </p:cNvPr>
          <p:cNvSpPr>
            <a:spLocks noGrp="1" noChangeArrowheads="1"/>
          </p:cNvSpPr>
          <p:nvPr>
            <p:ph type="sldNum" sz="quarter" idx="5"/>
          </p:nvPr>
        </p:nvSpPr>
        <p:spPr>
          <a:xfrm>
            <a:off x="3884613" y="8685213"/>
            <a:ext cx="2971800" cy="457200"/>
          </a:xfrm>
          <a:prstGeom prst="rect">
            <a:avLst/>
          </a:prstGeom>
          <a:ln/>
        </p:spPr>
        <p:txBody>
          <a:bodyPr/>
          <a:lstStyle/>
          <a:p>
            <a:fld id="{5A6C6174-C59B-4103-A220-3B019D5BA7B0}" type="slidenum">
              <a:rPr lang="en-US" altLang="en-US"/>
              <a:pPr/>
              <a:t>55</a:t>
            </a:fld>
            <a:endParaRPr lang="en-US" altLang="en-US"/>
          </a:p>
        </p:txBody>
      </p:sp>
      <p:sp>
        <p:nvSpPr>
          <p:cNvPr id="134146" name="Rectangle 2">
            <a:extLst>
              <a:ext uri="{FF2B5EF4-FFF2-40B4-BE49-F238E27FC236}">
                <a16:creationId xmlns:a16="http://schemas.microsoft.com/office/drawing/2014/main" id="{7667103C-F784-4365-A51C-6A93D486C6E3}"/>
              </a:ext>
            </a:extLst>
          </p:cNvPr>
          <p:cNvSpPr>
            <a:spLocks noGrp="1" noRot="1" noChangeAspect="1" noChangeArrowheads="1" noTextEdit="1"/>
          </p:cNvSpPr>
          <p:nvPr>
            <p:ph type="sldImg"/>
          </p:nvPr>
        </p:nvSpPr>
        <p:spPr>
          <a:xfrm>
            <a:off x="381000" y="685800"/>
            <a:ext cx="6096000" cy="3429000"/>
          </a:xfrm>
          <a:ln/>
        </p:spPr>
      </p:sp>
      <p:sp>
        <p:nvSpPr>
          <p:cNvPr id="134147" name="Rectangle 3">
            <a:extLst>
              <a:ext uri="{FF2B5EF4-FFF2-40B4-BE49-F238E27FC236}">
                <a16:creationId xmlns:a16="http://schemas.microsoft.com/office/drawing/2014/main" id="{BC2B69A5-E351-4DA1-A697-6A65EFFFEDF1}"/>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70FD2D26-5C08-42B1-9C54-318AD16F1A80}"/>
              </a:ext>
            </a:extLst>
          </p:cNvPr>
          <p:cNvSpPr>
            <a:spLocks noGrp="1" noChangeArrowheads="1"/>
          </p:cNvSpPr>
          <p:nvPr>
            <p:ph type="sldNum" sz="quarter" idx="5"/>
          </p:nvPr>
        </p:nvSpPr>
        <p:spPr>
          <a:xfrm>
            <a:off x="3884613" y="8685213"/>
            <a:ext cx="2971800" cy="457200"/>
          </a:xfrm>
          <a:prstGeom prst="rect">
            <a:avLst/>
          </a:prstGeom>
          <a:ln/>
        </p:spPr>
        <p:txBody>
          <a:bodyPr/>
          <a:lstStyle/>
          <a:p>
            <a:fld id="{F82F64F2-E74F-4B6E-B260-1C2BDD24B642}" type="slidenum">
              <a:rPr lang="en-US" altLang="en-US"/>
              <a:pPr/>
              <a:t>56</a:t>
            </a:fld>
            <a:endParaRPr lang="en-US" altLang="en-US"/>
          </a:p>
        </p:txBody>
      </p:sp>
      <p:sp>
        <p:nvSpPr>
          <p:cNvPr id="135170" name="Rectangle 2">
            <a:extLst>
              <a:ext uri="{FF2B5EF4-FFF2-40B4-BE49-F238E27FC236}">
                <a16:creationId xmlns:a16="http://schemas.microsoft.com/office/drawing/2014/main" id="{23D7DCB0-7EB1-41DD-94CF-A9A59BE7AE49}"/>
              </a:ext>
            </a:extLst>
          </p:cNvPr>
          <p:cNvSpPr>
            <a:spLocks noGrp="1" noRot="1" noChangeAspect="1" noChangeArrowheads="1" noTextEdit="1"/>
          </p:cNvSpPr>
          <p:nvPr>
            <p:ph type="sldImg"/>
          </p:nvPr>
        </p:nvSpPr>
        <p:spPr>
          <a:xfrm>
            <a:off x="381000" y="685800"/>
            <a:ext cx="6096000" cy="3429000"/>
          </a:xfrm>
          <a:ln/>
        </p:spPr>
      </p:sp>
      <p:sp>
        <p:nvSpPr>
          <p:cNvPr id="135171" name="Rectangle 3">
            <a:extLst>
              <a:ext uri="{FF2B5EF4-FFF2-40B4-BE49-F238E27FC236}">
                <a16:creationId xmlns:a16="http://schemas.microsoft.com/office/drawing/2014/main" id="{C6C728F8-64AB-47AF-9DC0-718493F587D9}"/>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A2B7D64D-4DEE-4C9B-9328-07CEDA72D59E}"/>
              </a:ext>
            </a:extLst>
          </p:cNvPr>
          <p:cNvSpPr>
            <a:spLocks noGrp="1" noChangeArrowheads="1"/>
          </p:cNvSpPr>
          <p:nvPr>
            <p:ph type="sldNum" sz="quarter" idx="5"/>
          </p:nvPr>
        </p:nvSpPr>
        <p:spPr>
          <a:xfrm>
            <a:off x="3884613" y="8685213"/>
            <a:ext cx="2971800" cy="457200"/>
          </a:xfrm>
          <a:prstGeom prst="rect">
            <a:avLst/>
          </a:prstGeom>
          <a:ln/>
        </p:spPr>
        <p:txBody>
          <a:bodyPr/>
          <a:lstStyle/>
          <a:p>
            <a:fld id="{BFEC0989-F473-424D-B1BF-D278C1722A12}" type="slidenum">
              <a:rPr lang="en-US" altLang="en-US"/>
              <a:pPr/>
              <a:t>58</a:t>
            </a:fld>
            <a:endParaRPr lang="en-US" altLang="en-US"/>
          </a:p>
        </p:txBody>
      </p:sp>
      <p:sp>
        <p:nvSpPr>
          <p:cNvPr id="137218" name="Rectangle 2">
            <a:extLst>
              <a:ext uri="{FF2B5EF4-FFF2-40B4-BE49-F238E27FC236}">
                <a16:creationId xmlns:a16="http://schemas.microsoft.com/office/drawing/2014/main" id="{03680B62-2BEF-41C5-9E14-F99EC4C18009}"/>
              </a:ext>
            </a:extLst>
          </p:cNvPr>
          <p:cNvSpPr>
            <a:spLocks noGrp="1" noRot="1" noChangeAspect="1" noChangeArrowheads="1" noTextEdit="1"/>
          </p:cNvSpPr>
          <p:nvPr>
            <p:ph type="sldImg"/>
          </p:nvPr>
        </p:nvSpPr>
        <p:spPr>
          <a:xfrm>
            <a:off x="381000" y="685800"/>
            <a:ext cx="6096000" cy="3429000"/>
          </a:xfrm>
          <a:ln/>
        </p:spPr>
      </p:sp>
      <p:sp>
        <p:nvSpPr>
          <p:cNvPr id="137219" name="Rectangle 3">
            <a:extLst>
              <a:ext uri="{FF2B5EF4-FFF2-40B4-BE49-F238E27FC236}">
                <a16:creationId xmlns:a16="http://schemas.microsoft.com/office/drawing/2014/main" id="{EF570087-E06E-4EBA-BE80-524F2AC6CA57}"/>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7FF3F35B-E02A-4042-9FA5-072CBDC14C6A}"/>
              </a:ext>
            </a:extLst>
          </p:cNvPr>
          <p:cNvSpPr>
            <a:spLocks noGrp="1" noChangeArrowheads="1"/>
          </p:cNvSpPr>
          <p:nvPr>
            <p:ph type="sldNum" sz="quarter" idx="5"/>
          </p:nvPr>
        </p:nvSpPr>
        <p:spPr>
          <a:xfrm>
            <a:off x="3884613" y="8685213"/>
            <a:ext cx="2971800" cy="457200"/>
          </a:xfrm>
          <a:prstGeom prst="rect">
            <a:avLst/>
          </a:prstGeom>
          <a:ln/>
        </p:spPr>
        <p:txBody>
          <a:bodyPr/>
          <a:lstStyle/>
          <a:p>
            <a:fld id="{52983F2A-8D5B-4FF3-8824-F67D1C6EE15F}" type="slidenum">
              <a:rPr lang="en-US" altLang="en-US"/>
              <a:pPr/>
              <a:t>59</a:t>
            </a:fld>
            <a:endParaRPr lang="en-US" altLang="en-US"/>
          </a:p>
        </p:txBody>
      </p:sp>
      <p:sp>
        <p:nvSpPr>
          <p:cNvPr id="139266" name="Rectangle 2">
            <a:extLst>
              <a:ext uri="{FF2B5EF4-FFF2-40B4-BE49-F238E27FC236}">
                <a16:creationId xmlns:a16="http://schemas.microsoft.com/office/drawing/2014/main" id="{898C41E1-6937-4228-95AB-9C78D5FF89C9}"/>
              </a:ext>
            </a:extLst>
          </p:cNvPr>
          <p:cNvSpPr>
            <a:spLocks noGrp="1" noRot="1" noChangeAspect="1" noChangeArrowheads="1" noTextEdit="1"/>
          </p:cNvSpPr>
          <p:nvPr>
            <p:ph type="sldImg"/>
          </p:nvPr>
        </p:nvSpPr>
        <p:spPr>
          <a:xfrm>
            <a:off x="381000" y="685800"/>
            <a:ext cx="6096000" cy="3429000"/>
          </a:xfrm>
          <a:ln/>
        </p:spPr>
      </p:sp>
      <p:sp>
        <p:nvSpPr>
          <p:cNvPr id="139267" name="Rectangle 3">
            <a:extLst>
              <a:ext uri="{FF2B5EF4-FFF2-40B4-BE49-F238E27FC236}">
                <a16:creationId xmlns:a16="http://schemas.microsoft.com/office/drawing/2014/main" id="{54079D9F-79FF-4222-9A3C-C67F58D39846}"/>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D1F9AF63-2E1A-4835-96EF-7473D009728A}"/>
              </a:ext>
            </a:extLst>
          </p:cNvPr>
          <p:cNvSpPr>
            <a:spLocks noGrp="1" noChangeArrowheads="1"/>
          </p:cNvSpPr>
          <p:nvPr>
            <p:ph type="sldNum" sz="quarter" idx="5"/>
          </p:nvPr>
        </p:nvSpPr>
        <p:spPr>
          <a:xfrm>
            <a:off x="3884613" y="8685213"/>
            <a:ext cx="2971800" cy="457200"/>
          </a:xfrm>
          <a:prstGeom prst="rect">
            <a:avLst/>
          </a:prstGeom>
          <a:ln/>
        </p:spPr>
        <p:txBody>
          <a:bodyPr/>
          <a:lstStyle/>
          <a:p>
            <a:fld id="{374617AC-5314-456F-9442-A4759240520D}" type="slidenum">
              <a:rPr lang="en-US" altLang="en-US"/>
              <a:pPr/>
              <a:t>60</a:t>
            </a:fld>
            <a:endParaRPr lang="en-US" altLang="en-US"/>
          </a:p>
        </p:txBody>
      </p:sp>
      <p:sp>
        <p:nvSpPr>
          <p:cNvPr id="143362" name="Rectangle 2">
            <a:extLst>
              <a:ext uri="{FF2B5EF4-FFF2-40B4-BE49-F238E27FC236}">
                <a16:creationId xmlns:a16="http://schemas.microsoft.com/office/drawing/2014/main" id="{07E369AF-3A7B-4ACC-8AE6-EC146C4E4D43}"/>
              </a:ext>
            </a:extLst>
          </p:cNvPr>
          <p:cNvSpPr>
            <a:spLocks noGrp="1" noRot="1" noChangeAspect="1" noChangeArrowheads="1" noTextEdit="1"/>
          </p:cNvSpPr>
          <p:nvPr>
            <p:ph type="sldImg"/>
          </p:nvPr>
        </p:nvSpPr>
        <p:spPr>
          <a:xfrm>
            <a:off x="381000" y="685800"/>
            <a:ext cx="6096000" cy="3429000"/>
          </a:xfrm>
          <a:ln/>
        </p:spPr>
      </p:sp>
      <p:sp>
        <p:nvSpPr>
          <p:cNvPr id="143363" name="Rectangle 3">
            <a:extLst>
              <a:ext uri="{FF2B5EF4-FFF2-40B4-BE49-F238E27FC236}">
                <a16:creationId xmlns:a16="http://schemas.microsoft.com/office/drawing/2014/main" id="{0A2F64D4-DF21-4BA6-80F7-CF5035C41EA8}"/>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28CEC99B-1260-477E-9949-48BBB1BE890F}"/>
              </a:ext>
            </a:extLst>
          </p:cNvPr>
          <p:cNvSpPr>
            <a:spLocks noGrp="1" noChangeArrowheads="1"/>
          </p:cNvSpPr>
          <p:nvPr>
            <p:ph type="sldNum" sz="quarter" idx="5"/>
          </p:nvPr>
        </p:nvSpPr>
        <p:spPr>
          <a:xfrm>
            <a:off x="3884613" y="8685213"/>
            <a:ext cx="2971800" cy="457200"/>
          </a:xfrm>
          <a:prstGeom prst="rect">
            <a:avLst/>
          </a:prstGeom>
          <a:ln/>
        </p:spPr>
        <p:txBody>
          <a:bodyPr/>
          <a:lstStyle/>
          <a:p>
            <a:fld id="{A8B1D664-8227-46F3-89B2-410EAC4CC930}" type="slidenum">
              <a:rPr lang="en-US" altLang="en-US"/>
              <a:pPr/>
              <a:t>61</a:t>
            </a:fld>
            <a:endParaRPr lang="en-US" altLang="en-US"/>
          </a:p>
        </p:txBody>
      </p:sp>
      <p:sp>
        <p:nvSpPr>
          <p:cNvPr id="46082" name="Rectangle 2">
            <a:extLst>
              <a:ext uri="{FF2B5EF4-FFF2-40B4-BE49-F238E27FC236}">
                <a16:creationId xmlns:a16="http://schemas.microsoft.com/office/drawing/2014/main" id="{F1C3D74B-0F28-4D0B-B94A-B5C3C69B77A2}"/>
              </a:ext>
            </a:extLst>
          </p:cNvPr>
          <p:cNvSpPr>
            <a:spLocks noGrp="1" noRot="1" noChangeAspect="1" noChangeArrowheads="1" noTextEdit="1"/>
          </p:cNvSpPr>
          <p:nvPr>
            <p:ph type="sldImg"/>
          </p:nvPr>
        </p:nvSpPr>
        <p:spPr>
          <a:xfrm>
            <a:off x="381000" y="685800"/>
            <a:ext cx="6096000" cy="3429000"/>
          </a:xfrm>
          <a:ln/>
        </p:spPr>
      </p:sp>
      <p:sp>
        <p:nvSpPr>
          <p:cNvPr id="46083" name="Rectangle 3">
            <a:extLst>
              <a:ext uri="{FF2B5EF4-FFF2-40B4-BE49-F238E27FC236}">
                <a16:creationId xmlns:a16="http://schemas.microsoft.com/office/drawing/2014/main" id="{44C453B0-51D2-4A69-AEBD-04A288089E21}"/>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D9D94A1A-7B0B-4DCA-9203-2AFE2E659AD4}"/>
              </a:ext>
            </a:extLst>
          </p:cNvPr>
          <p:cNvSpPr>
            <a:spLocks noGrp="1" noChangeArrowheads="1"/>
          </p:cNvSpPr>
          <p:nvPr>
            <p:ph type="sldNum" sz="quarter" idx="5"/>
          </p:nvPr>
        </p:nvSpPr>
        <p:spPr>
          <a:xfrm>
            <a:off x="3884613" y="8685213"/>
            <a:ext cx="2971800" cy="457200"/>
          </a:xfrm>
          <a:prstGeom prst="rect">
            <a:avLst/>
          </a:prstGeom>
          <a:ln/>
        </p:spPr>
        <p:txBody>
          <a:bodyPr/>
          <a:lstStyle/>
          <a:p>
            <a:fld id="{53BA3399-D114-4D59-81BF-58F054C6ECDB}" type="slidenum">
              <a:rPr lang="en-US" altLang="en-US"/>
              <a:pPr/>
              <a:t>62</a:t>
            </a:fld>
            <a:endParaRPr lang="en-US" altLang="en-US"/>
          </a:p>
        </p:txBody>
      </p:sp>
      <p:sp>
        <p:nvSpPr>
          <p:cNvPr id="52226" name="Rectangle 2">
            <a:extLst>
              <a:ext uri="{FF2B5EF4-FFF2-40B4-BE49-F238E27FC236}">
                <a16:creationId xmlns:a16="http://schemas.microsoft.com/office/drawing/2014/main" id="{3E9C84A8-BDAE-464F-8B2C-5DD9578CF6D6}"/>
              </a:ext>
            </a:extLst>
          </p:cNvPr>
          <p:cNvSpPr>
            <a:spLocks noGrp="1" noRot="1" noChangeAspect="1" noChangeArrowheads="1" noTextEdit="1"/>
          </p:cNvSpPr>
          <p:nvPr>
            <p:ph type="sldImg"/>
          </p:nvPr>
        </p:nvSpPr>
        <p:spPr>
          <a:xfrm>
            <a:off x="381000" y="685800"/>
            <a:ext cx="6096000" cy="3429000"/>
          </a:xfrm>
          <a:ln/>
        </p:spPr>
      </p:sp>
      <p:sp>
        <p:nvSpPr>
          <p:cNvPr id="52227" name="Rectangle 3">
            <a:extLst>
              <a:ext uri="{FF2B5EF4-FFF2-40B4-BE49-F238E27FC236}">
                <a16:creationId xmlns:a16="http://schemas.microsoft.com/office/drawing/2014/main" id="{C54F4AD4-3CF8-4203-A707-E4AD03FDB2C8}"/>
              </a:ext>
            </a:extLst>
          </p:cNvPr>
          <p:cNvSpPr>
            <a:spLocks noGrp="1" noChangeArrowheads="1"/>
          </p:cNvSpPr>
          <p:nvPr>
            <p:ph type="body" idx="1"/>
          </p:nvPr>
        </p:nvSpPr>
        <p:spPr/>
        <p:txBody>
          <a:bodyPr/>
          <a:lstStyle/>
          <a:p>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bg>
      <p:bgPr>
        <a:solidFill>
          <a:schemeClr val="accent1"/>
        </a:solidFill>
        <a:effectLst/>
      </p:bgPr>
    </p:bg>
    <p:spTree>
      <p:nvGrpSpPr>
        <p:cNvPr id="1" name="Shape 13"/>
        <p:cNvGrpSpPr/>
        <p:nvPr/>
      </p:nvGrpSpPr>
      <p:grpSpPr>
        <a:xfrm>
          <a:off x="0" y="0"/>
          <a:ext cx="0" cy="0"/>
          <a:chOff x="0" y="0"/>
          <a:chExt cx="0" cy="0"/>
        </a:xfrm>
      </p:grpSpPr>
      <p:sp>
        <p:nvSpPr>
          <p:cNvPr id="14" name="Google Shape;14;p18"/>
          <p:cNvSpPr/>
          <p:nvPr/>
        </p:nvSpPr>
        <p:spPr>
          <a:xfrm>
            <a:off x="3557016" y="630936"/>
            <a:ext cx="5235575" cy="5229225"/>
          </a:xfrm>
          <a:custGeom>
            <a:avLst/>
            <a:gdLst/>
            <a:ahLst/>
            <a:cxnLst/>
            <a:rect l="l" t="t" r="r" b="b"/>
            <a:pathLst>
              <a:path w="3298" h="3294" extrusionOk="0">
                <a:moveTo>
                  <a:pt x="1649" y="0"/>
                </a:moveTo>
                <a:lnTo>
                  <a:pt x="1681" y="3"/>
                </a:lnTo>
                <a:lnTo>
                  <a:pt x="1712" y="11"/>
                </a:lnTo>
                <a:lnTo>
                  <a:pt x="1742" y="23"/>
                </a:lnTo>
                <a:lnTo>
                  <a:pt x="1773" y="38"/>
                </a:lnTo>
                <a:lnTo>
                  <a:pt x="1802" y="55"/>
                </a:lnTo>
                <a:lnTo>
                  <a:pt x="1832" y="73"/>
                </a:lnTo>
                <a:lnTo>
                  <a:pt x="1862" y="89"/>
                </a:lnTo>
                <a:lnTo>
                  <a:pt x="1892" y="105"/>
                </a:lnTo>
                <a:lnTo>
                  <a:pt x="1921" y="117"/>
                </a:lnTo>
                <a:lnTo>
                  <a:pt x="1953" y="125"/>
                </a:lnTo>
                <a:lnTo>
                  <a:pt x="1984" y="129"/>
                </a:lnTo>
                <a:lnTo>
                  <a:pt x="2017" y="129"/>
                </a:lnTo>
                <a:lnTo>
                  <a:pt x="2051" y="127"/>
                </a:lnTo>
                <a:lnTo>
                  <a:pt x="2085" y="123"/>
                </a:lnTo>
                <a:lnTo>
                  <a:pt x="2119" y="118"/>
                </a:lnTo>
                <a:lnTo>
                  <a:pt x="2153" y="114"/>
                </a:lnTo>
                <a:lnTo>
                  <a:pt x="2187" y="111"/>
                </a:lnTo>
                <a:lnTo>
                  <a:pt x="2219" y="112"/>
                </a:lnTo>
                <a:lnTo>
                  <a:pt x="2250" y="116"/>
                </a:lnTo>
                <a:lnTo>
                  <a:pt x="2280" y="125"/>
                </a:lnTo>
                <a:lnTo>
                  <a:pt x="2305" y="138"/>
                </a:lnTo>
                <a:lnTo>
                  <a:pt x="2329" y="155"/>
                </a:lnTo>
                <a:lnTo>
                  <a:pt x="2350" y="175"/>
                </a:lnTo>
                <a:lnTo>
                  <a:pt x="2371" y="198"/>
                </a:lnTo>
                <a:lnTo>
                  <a:pt x="2390" y="222"/>
                </a:lnTo>
                <a:lnTo>
                  <a:pt x="2409" y="247"/>
                </a:lnTo>
                <a:lnTo>
                  <a:pt x="2428" y="272"/>
                </a:lnTo>
                <a:lnTo>
                  <a:pt x="2447" y="296"/>
                </a:lnTo>
                <a:lnTo>
                  <a:pt x="2467" y="319"/>
                </a:lnTo>
                <a:lnTo>
                  <a:pt x="2490" y="339"/>
                </a:lnTo>
                <a:lnTo>
                  <a:pt x="2512" y="357"/>
                </a:lnTo>
                <a:lnTo>
                  <a:pt x="2537" y="371"/>
                </a:lnTo>
                <a:lnTo>
                  <a:pt x="2564" y="383"/>
                </a:lnTo>
                <a:lnTo>
                  <a:pt x="2593" y="393"/>
                </a:lnTo>
                <a:lnTo>
                  <a:pt x="2623" y="402"/>
                </a:lnTo>
                <a:lnTo>
                  <a:pt x="2653" y="410"/>
                </a:lnTo>
                <a:lnTo>
                  <a:pt x="2684" y="418"/>
                </a:lnTo>
                <a:lnTo>
                  <a:pt x="2713" y="427"/>
                </a:lnTo>
                <a:lnTo>
                  <a:pt x="2742" y="437"/>
                </a:lnTo>
                <a:lnTo>
                  <a:pt x="2769" y="449"/>
                </a:lnTo>
                <a:lnTo>
                  <a:pt x="2793" y="464"/>
                </a:lnTo>
                <a:lnTo>
                  <a:pt x="2815" y="482"/>
                </a:lnTo>
                <a:lnTo>
                  <a:pt x="2833" y="504"/>
                </a:lnTo>
                <a:lnTo>
                  <a:pt x="2848" y="528"/>
                </a:lnTo>
                <a:lnTo>
                  <a:pt x="2860" y="555"/>
                </a:lnTo>
                <a:lnTo>
                  <a:pt x="2870" y="584"/>
                </a:lnTo>
                <a:lnTo>
                  <a:pt x="2879" y="613"/>
                </a:lnTo>
                <a:lnTo>
                  <a:pt x="2887" y="644"/>
                </a:lnTo>
                <a:lnTo>
                  <a:pt x="2895" y="674"/>
                </a:lnTo>
                <a:lnTo>
                  <a:pt x="2904" y="704"/>
                </a:lnTo>
                <a:lnTo>
                  <a:pt x="2914" y="733"/>
                </a:lnTo>
                <a:lnTo>
                  <a:pt x="2926" y="760"/>
                </a:lnTo>
                <a:lnTo>
                  <a:pt x="2940" y="785"/>
                </a:lnTo>
                <a:lnTo>
                  <a:pt x="2958" y="807"/>
                </a:lnTo>
                <a:lnTo>
                  <a:pt x="2978" y="830"/>
                </a:lnTo>
                <a:lnTo>
                  <a:pt x="3001" y="850"/>
                </a:lnTo>
                <a:lnTo>
                  <a:pt x="3025" y="869"/>
                </a:lnTo>
                <a:lnTo>
                  <a:pt x="3051" y="888"/>
                </a:lnTo>
                <a:lnTo>
                  <a:pt x="3076" y="907"/>
                </a:lnTo>
                <a:lnTo>
                  <a:pt x="3100" y="926"/>
                </a:lnTo>
                <a:lnTo>
                  <a:pt x="3123" y="947"/>
                </a:lnTo>
                <a:lnTo>
                  <a:pt x="3143" y="968"/>
                </a:lnTo>
                <a:lnTo>
                  <a:pt x="3160" y="992"/>
                </a:lnTo>
                <a:lnTo>
                  <a:pt x="3173" y="1017"/>
                </a:lnTo>
                <a:lnTo>
                  <a:pt x="3182" y="1047"/>
                </a:lnTo>
                <a:lnTo>
                  <a:pt x="3186" y="1078"/>
                </a:lnTo>
                <a:lnTo>
                  <a:pt x="3187" y="1110"/>
                </a:lnTo>
                <a:lnTo>
                  <a:pt x="3184" y="1144"/>
                </a:lnTo>
                <a:lnTo>
                  <a:pt x="3180" y="1178"/>
                </a:lnTo>
                <a:lnTo>
                  <a:pt x="3175" y="1212"/>
                </a:lnTo>
                <a:lnTo>
                  <a:pt x="3171" y="1246"/>
                </a:lnTo>
                <a:lnTo>
                  <a:pt x="3169" y="1280"/>
                </a:lnTo>
                <a:lnTo>
                  <a:pt x="3169" y="1313"/>
                </a:lnTo>
                <a:lnTo>
                  <a:pt x="3173" y="1344"/>
                </a:lnTo>
                <a:lnTo>
                  <a:pt x="3181" y="1375"/>
                </a:lnTo>
                <a:lnTo>
                  <a:pt x="3193" y="1404"/>
                </a:lnTo>
                <a:lnTo>
                  <a:pt x="3209" y="1434"/>
                </a:lnTo>
                <a:lnTo>
                  <a:pt x="3225" y="1464"/>
                </a:lnTo>
                <a:lnTo>
                  <a:pt x="3243" y="1494"/>
                </a:lnTo>
                <a:lnTo>
                  <a:pt x="3260" y="1523"/>
                </a:lnTo>
                <a:lnTo>
                  <a:pt x="3275" y="1554"/>
                </a:lnTo>
                <a:lnTo>
                  <a:pt x="3287" y="1584"/>
                </a:lnTo>
                <a:lnTo>
                  <a:pt x="3295" y="1615"/>
                </a:lnTo>
                <a:lnTo>
                  <a:pt x="3298" y="1647"/>
                </a:lnTo>
                <a:lnTo>
                  <a:pt x="3295" y="1679"/>
                </a:lnTo>
                <a:lnTo>
                  <a:pt x="3287" y="1710"/>
                </a:lnTo>
                <a:lnTo>
                  <a:pt x="3275" y="1740"/>
                </a:lnTo>
                <a:lnTo>
                  <a:pt x="3260" y="1771"/>
                </a:lnTo>
                <a:lnTo>
                  <a:pt x="3243" y="1800"/>
                </a:lnTo>
                <a:lnTo>
                  <a:pt x="3225" y="1830"/>
                </a:lnTo>
                <a:lnTo>
                  <a:pt x="3209" y="1860"/>
                </a:lnTo>
                <a:lnTo>
                  <a:pt x="3193" y="1890"/>
                </a:lnTo>
                <a:lnTo>
                  <a:pt x="3181" y="1919"/>
                </a:lnTo>
                <a:lnTo>
                  <a:pt x="3173" y="1950"/>
                </a:lnTo>
                <a:lnTo>
                  <a:pt x="3169" y="1981"/>
                </a:lnTo>
                <a:lnTo>
                  <a:pt x="3169" y="2014"/>
                </a:lnTo>
                <a:lnTo>
                  <a:pt x="3171" y="2048"/>
                </a:lnTo>
                <a:lnTo>
                  <a:pt x="3175" y="2082"/>
                </a:lnTo>
                <a:lnTo>
                  <a:pt x="3180" y="2116"/>
                </a:lnTo>
                <a:lnTo>
                  <a:pt x="3184" y="2150"/>
                </a:lnTo>
                <a:lnTo>
                  <a:pt x="3187" y="2184"/>
                </a:lnTo>
                <a:lnTo>
                  <a:pt x="3186" y="2216"/>
                </a:lnTo>
                <a:lnTo>
                  <a:pt x="3182" y="2247"/>
                </a:lnTo>
                <a:lnTo>
                  <a:pt x="3173" y="2277"/>
                </a:lnTo>
                <a:lnTo>
                  <a:pt x="3160" y="2302"/>
                </a:lnTo>
                <a:lnTo>
                  <a:pt x="3143" y="2326"/>
                </a:lnTo>
                <a:lnTo>
                  <a:pt x="3123" y="2347"/>
                </a:lnTo>
                <a:lnTo>
                  <a:pt x="3100" y="2368"/>
                </a:lnTo>
                <a:lnTo>
                  <a:pt x="3076" y="2387"/>
                </a:lnTo>
                <a:lnTo>
                  <a:pt x="3051" y="2406"/>
                </a:lnTo>
                <a:lnTo>
                  <a:pt x="3025" y="2425"/>
                </a:lnTo>
                <a:lnTo>
                  <a:pt x="3001" y="2444"/>
                </a:lnTo>
                <a:lnTo>
                  <a:pt x="2978" y="2464"/>
                </a:lnTo>
                <a:lnTo>
                  <a:pt x="2958" y="2487"/>
                </a:lnTo>
                <a:lnTo>
                  <a:pt x="2940" y="2509"/>
                </a:lnTo>
                <a:lnTo>
                  <a:pt x="2926" y="2534"/>
                </a:lnTo>
                <a:lnTo>
                  <a:pt x="2914" y="2561"/>
                </a:lnTo>
                <a:lnTo>
                  <a:pt x="2904" y="2590"/>
                </a:lnTo>
                <a:lnTo>
                  <a:pt x="2895" y="2620"/>
                </a:lnTo>
                <a:lnTo>
                  <a:pt x="2887" y="2650"/>
                </a:lnTo>
                <a:lnTo>
                  <a:pt x="2879" y="2681"/>
                </a:lnTo>
                <a:lnTo>
                  <a:pt x="2870" y="2710"/>
                </a:lnTo>
                <a:lnTo>
                  <a:pt x="2860" y="2739"/>
                </a:lnTo>
                <a:lnTo>
                  <a:pt x="2848" y="2766"/>
                </a:lnTo>
                <a:lnTo>
                  <a:pt x="2833" y="2790"/>
                </a:lnTo>
                <a:lnTo>
                  <a:pt x="2815" y="2812"/>
                </a:lnTo>
                <a:lnTo>
                  <a:pt x="2793" y="2830"/>
                </a:lnTo>
                <a:lnTo>
                  <a:pt x="2769" y="2845"/>
                </a:lnTo>
                <a:lnTo>
                  <a:pt x="2742" y="2857"/>
                </a:lnTo>
                <a:lnTo>
                  <a:pt x="2713" y="2867"/>
                </a:lnTo>
                <a:lnTo>
                  <a:pt x="2684" y="2876"/>
                </a:lnTo>
                <a:lnTo>
                  <a:pt x="2653" y="2884"/>
                </a:lnTo>
                <a:lnTo>
                  <a:pt x="2623" y="2892"/>
                </a:lnTo>
                <a:lnTo>
                  <a:pt x="2593" y="2901"/>
                </a:lnTo>
                <a:lnTo>
                  <a:pt x="2564" y="2911"/>
                </a:lnTo>
                <a:lnTo>
                  <a:pt x="2537" y="2923"/>
                </a:lnTo>
                <a:lnTo>
                  <a:pt x="2512" y="2937"/>
                </a:lnTo>
                <a:lnTo>
                  <a:pt x="2490" y="2955"/>
                </a:lnTo>
                <a:lnTo>
                  <a:pt x="2467" y="2975"/>
                </a:lnTo>
                <a:lnTo>
                  <a:pt x="2447" y="2998"/>
                </a:lnTo>
                <a:lnTo>
                  <a:pt x="2428" y="3022"/>
                </a:lnTo>
                <a:lnTo>
                  <a:pt x="2409" y="3047"/>
                </a:lnTo>
                <a:lnTo>
                  <a:pt x="2390" y="3072"/>
                </a:lnTo>
                <a:lnTo>
                  <a:pt x="2371" y="3096"/>
                </a:lnTo>
                <a:lnTo>
                  <a:pt x="2350" y="3119"/>
                </a:lnTo>
                <a:lnTo>
                  <a:pt x="2329" y="3139"/>
                </a:lnTo>
                <a:lnTo>
                  <a:pt x="2305" y="3156"/>
                </a:lnTo>
                <a:lnTo>
                  <a:pt x="2280" y="3169"/>
                </a:lnTo>
                <a:lnTo>
                  <a:pt x="2250" y="3178"/>
                </a:lnTo>
                <a:lnTo>
                  <a:pt x="2219" y="3182"/>
                </a:lnTo>
                <a:lnTo>
                  <a:pt x="2187" y="3183"/>
                </a:lnTo>
                <a:lnTo>
                  <a:pt x="2153" y="3180"/>
                </a:lnTo>
                <a:lnTo>
                  <a:pt x="2119" y="3176"/>
                </a:lnTo>
                <a:lnTo>
                  <a:pt x="2085" y="3171"/>
                </a:lnTo>
                <a:lnTo>
                  <a:pt x="2051" y="3167"/>
                </a:lnTo>
                <a:lnTo>
                  <a:pt x="2017" y="3165"/>
                </a:lnTo>
                <a:lnTo>
                  <a:pt x="1984" y="3165"/>
                </a:lnTo>
                <a:lnTo>
                  <a:pt x="1953" y="3169"/>
                </a:lnTo>
                <a:lnTo>
                  <a:pt x="1921" y="3177"/>
                </a:lnTo>
                <a:lnTo>
                  <a:pt x="1892" y="3189"/>
                </a:lnTo>
                <a:lnTo>
                  <a:pt x="1862" y="3205"/>
                </a:lnTo>
                <a:lnTo>
                  <a:pt x="1832" y="3221"/>
                </a:lnTo>
                <a:lnTo>
                  <a:pt x="1802" y="3239"/>
                </a:lnTo>
                <a:lnTo>
                  <a:pt x="1773" y="3256"/>
                </a:lnTo>
                <a:lnTo>
                  <a:pt x="1742" y="3271"/>
                </a:lnTo>
                <a:lnTo>
                  <a:pt x="1712" y="3283"/>
                </a:lnTo>
                <a:lnTo>
                  <a:pt x="1681" y="3291"/>
                </a:lnTo>
                <a:lnTo>
                  <a:pt x="1649" y="3294"/>
                </a:lnTo>
                <a:lnTo>
                  <a:pt x="1617" y="3291"/>
                </a:lnTo>
                <a:lnTo>
                  <a:pt x="1586" y="3283"/>
                </a:lnTo>
                <a:lnTo>
                  <a:pt x="1556" y="3271"/>
                </a:lnTo>
                <a:lnTo>
                  <a:pt x="1525" y="3256"/>
                </a:lnTo>
                <a:lnTo>
                  <a:pt x="1496" y="3239"/>
                </a:lnTo>
                <a:lnTo>
                  <a:pt x="1466" y="3221"/>
                </a:lnTo>
                <a:lnTo>
                  <a:pt x="1436" y="3205"/>
                </a:lnTo>
                <a:lnTo>
                  <a:pt x="1406" y="3189"/>
                </a:lnTo>
                <a:lnTo>
                  <a:pt x="1376" y="3177"/>
                </a:lnTo>
                <a:lnTo>
                  <a:pt x="1345" y="3169"/>
                </a:lnTo>
                <a:lnTo>
                  <a:pt x="1314" y="3165"/>
                </a:lnTo>
                <a:lnTo>
                  <a:pt x="1281" y="3165"/>
                </a:lnTo>
                <a:lnTo>
                  <a:pt x="1247" y="3167"/>
                </a:lnTo>
                <a:lnTo>
                  <a:pt x="1213" y="3171"/>
                </a:lnTo>
                <a:lnTo>
                  <a:pt x="1179" y="3176"/>
                </a:lnTo>
                <a:lnTo>
                  <a:pt x="1145" y="3180"/>
                </a:lnTo>
                <a:lnTo>
                  <a:pt x="1111" y="3183"/>
                </a:lnTo>
                <a:lnTo>
                  <a:pt x="1079" y="3182"/>
                </a:lnTo>
                <a:lnTo>
                  <a:pt x="1048" y="3178"/>
                </a:lnTo>
                <a:lnTo>
                  <a:pt x="1018" y="3169"/>
                </a:lnTo>
                <a:lnTo>
                  <a:pt x="993" y="3156"/>
                </a:lnTo>
                <a:lnTo>
                  <a:pt x="969" y="3139"/>
                </a:lnTo>
                <a:lnTo>
                  <a:pt x="948" y="3119"/>
                </a:lnTo>
                <a:lnTo>
                  <a:pt x="927" y="3096"/>
                </a:lnTo>
                <a:lnTo>
                  <a:pt x="908" y="3072"/>
                </a:lnTo>
                <a:lnTo>
                  <a:pt x="889" y="3047"/>
                </a:lnTo>
                <a:lnTo>
                  <a:pt x="870" y="3022"/>
                </a:lnTo>
                <a:lnTo>
                  <a:pt x="851" y="2998"/>
                </a:lnTo>
                <a:lnTo>
                  <a:pt x="831" y="2975"/>
                </a:lnTo>
                <a:lnTo>
                  <a:pt x="808" y="2955"/>
                </a:lnTo>
                <a:lnTo>
                  <a:pt x="786" y="2937"/>
                </a:lnTo>
                <a:lnTo>
                  <a:pt x="761" y="2923"/>
                </a:lnTo>
                <a:lnTo>
                  <a:pt x="734" y="2911"/>
                </a:lnTo>
                <a:lnTo>
                  <a:pt x="705" y="2901"/>
                </a:lnTo>
                <a:lnTo>
                  <a:pt x="675" y="2892"/>
                </a:lnTo>
                <a:lnTo>
                  <a:pt x="645" y="2884"/>
                </a:lnTo>
                <a:lnTo>
                  <a:pt x="614" y="2876"/>
                </a:lnTo>
                <a:lnTo>
                  <a:pt x="585" y="2867"/>
                </a:lnTo>
                <a:lnTo>
                  <a:pt x="556" y="2857"/>
                </a:lnTo>
                <a:lnTo>
                  <a:pt x="529" y="2845"/>
                </a:lnTo>
                <a:lnTo>
                  <a:pt x="505" y="2830"/>
                </a:lnTo>
                <a:lnTo>
                  <a:pt x="483" y="2812"/>
                </a:lnTo>
                <a:lnTo>
                  <a:pt x="465" y="2790"/>
                </a:lnTo>
                <a:lnTo>
                  <a:pt x="450" y="2766"/>
                </a:lnTo>
                <a:lnTo>
                  <a:pt x="438" y="2739"/>
                </a:lnTo>
                <a:lnTo>
                  <a:pt x="428" y="2710"/>
                </a:lnTo>
                <a:lnTo>
                  <a:pt x="419" y="2681"/>
                </a:lnTo>
                <a:lnTo>
                  <a:pt x="411" y="2650"/>
                </a:lnTo>
                <a:lnTo>
                  <a:pt x="403" y="2620"/>
                </a:lnTo>
                <a:lnTo>
                  <a:pt x="394" y="2590"/>
                </a:lnTo>
                <a:lnTo>
                  <a:pt x="384" y="2561"/>
                </a:lnTo>
                <a:lnTo>
                  <a:pt x="372" y="2534"/>
                </a:lnTo>
                <a:lnTo>
                  <a:pt x="358" y="2509"/>
                </a:lnTo>
                <a:lnTo>
                  <a:pt x="340" y="2487"/>
                </a:lnTo>
                <a:lnTo>
                  <a:pt x="320" y="2464"/>
                </a:lnTo>
                <a:lnTo>
                  <a:pt x="297" y="2444"/>
                </a:lnTo>
                <a:lnTo>
                  <a:pt x="272" y="2425"/>
                </a:lnTo>
                <a:lnTo>
                  <a:pt x="247" y="2406"/>
                </a:lnTo>
                <a:lnTo>
                  <a:pt x="222" y="2387"/>
                </a:lnTo>
                <a:lnTo>
                  <a:pt x="198" y="2368"/>
                </a:lnTo>
                <a:lnTo>
                  <a:pt x="175" y="2347"/>
                </a:lnTo>
                <a:lnTo>
                  <a:pt x="155" y="2326"/>
                </a:lnTo>
                <a:lnTo>
                  <a:pt x="138" y="2302"/>
                </a:lnTo>
                <a:lnTo>
                  <a:pt x="125" y="2277"/>
                </a:lnTo>
                <a:lnTo>
                  <a:pt x="116" y="2247"/>
                </a:lnTo>
                <a:lnTo>
                  <a:pt x="112" y="2216"/>
                </a:lnTo>
                <a:lnTo>
                  <a:pt x="111" y="2184"/>
                </a:lnTo>
                <a:lnTo>
                  <a:pt x="114" y="2150"/>
                </a:lnTo>
                <a:lnTo>
                  <a:pt x="118" y="2116"/>
                </a:lnTo>
                <a:lnTo>
                  <a:pt x="123" y="2082"/>
                </a:lnTo>
                <a:lnTo>
                  <a:pt x="127" y="2048"/>
                </a:lnTo>
                <a:lnTo>
                  <a:pt x="129" y="2014"/>
                </a:lnTo>
                <a:lnTo>
                  <a:pt x="129" y="1981"/>
                </a:lnTo>
                <a:lnTo>
                  <a:pt x="125" y="1950"/>
                </a:lnTo>
                <a:lnTo>
                  <a:pt x="117" y="1919"/>
                </a:lnTo>
                <a:lnTo>
                  <a:pt x="105" y="1890"/>
                </a:lnTo>
                <a:lnTo>
                  <a:pt x="90" y="1860"/>
                </a:lnTo>
                <a:lnTo>
                  <a:pt x="73" y="1830"/>
                </a:lnTo>
                <a:lnTo>
                  <a:pt x="55" y="1800"/>
                </a:lnTo>
                <a:lnTo>
                  <a:pt x="38" y="1771"/>
                </a:lnTo>
                <a:lnTo>
                  <a:pt x="23" y="1740"/>
                </a:lnTo>
                <a:lnTo>
                  <a:pt x="11" y="1710"/>
                </a:lnTo>
                <a:lnTo>
                  <a:pt x="3" y="1679"/>
                </a:lnTo>
                <a:lnTo>
                  <a:pt x="0" y="1647"/>
                </a:lnTo>
                <a:lnTo>
                  <a:pt x="3" y="1615"/>
                </a:lnTo>
                <a:lnTo>
                  <a:pt x="11" y="1584"/>
                </a:lnTo>
                <a:lnTo>
                  <a:pt x="23" y="1554"/>
                </a:lnTo>
                <a:lnTo>
                  <a:pt x="38" y="1523"/>
                </a:lnTo>
                <a:lnTo>
                  <a:pt x="55" y="1494"/>
                </a:lnTo>
                <a:lnTo>
                  <a:pt x="73" y="1464"/>
                </a:lnTo>
                <a:lnTo>
                  <a:pt x="90" y="1434"/>
                </a:lnTo>
                <a:lnTo>
                  <a:pt x="105" y="1404"/>
                </a:lnTo>
                <a:lnTo>
                  <a:pt x="117" y="1375"/>
                </a:lnTo>
                <a:lnTo>
                  <a:pt x="125" y="1344"/>
                </a:lnTo>
                <a:lnTo>
                  <a:pt x="129" y="1313"/>
                </a:lnTo>
                <a:lnTo>
                  <a:pt x="129" y="1280"/>
                </a:lnTo>
                <a:lnTo>
                  <a:pt x="127" y="1246"/>
                </a:lnTo>
                <a:lnTo>
                  <a:pt x="123" y="1212"/>
                </a:lnTo>
                <a:lnTo>
                  <a:pt x="118" y="1178"/>
                </a:lnTo>
                <a:lnTo>
                  <a:pt x="114" y="1144"/>
                </a:lnTo>
                <a:lnTo>
                  <a:pt x="111" y="1110"/>
                </a:lnTo>
                <a:lnTo>
                  <a:pt x="112" y="1078"/>
                </a:lnTo>
                <a:lnTo>
                  <a:pt x="116" y="1047"/>
                </a:lnTo>
                <a:lnTo>
                  <a:pt x="125" y="1017"/>
                </a:lnTo>
                <a:lnTo>
                  <a:pt x="138" y="992"/>
                </a:lnTo>
                <a:lnTo>
                  <a:pt x="155" y="968"/>
                </a:lnTo>
                <a:lnTo>
                  <a:pt x="175" y="947"/>
                </a:lnTo>
                <a:lnTo>
                  <a:pt x="198" y="926"/>
                </a:lnTo>
                <a:lnTo>
                  <a:pt x="222" y="907"/>
                </a:lnTo>
                <a:lnTo>
                  <a:pt x="247" y="888"/>
                </a:lnTo>
                <a:lnTo>
                  <a:pt x="272" y="869"/>
                </a:lnTo>
                <a:lnTo>
                  <a:pt x="297" y="850"/>
                </a:lnTo>
                <a:lnTo>
                  <a:pt x="320" y="830"/>
                </a:lnTo>
                <a:lnTo>
                  <a:pt x="340" y="807"/>
                </a:lnTo>
                <a:lnTo>
                  <a:pt x="358" y="785"/>
                </a:lnTo>
                <a:lnTo>
                  <a:pt x="372" y="760"/>
                </a:lnTo>
                <a:lnTo>
                  <a:pt x="384" y="733"/>
                </a:lnTo>
                <a:lnTo>
                  <a:pt x="394" y="704"/>
                </a:lnTo>
                <a:lnTo>
                  <a:pt x="403" y="674"/>
                </a:lnTo>
                <a:lnTo>
                  <a:pt x="411" y="644"/>
                </a:lnTo>
                <a:lnTo>
                  <a:pt x="419" y="613"/>
                </a:lnTo>
                <a:lnTo>
                  <a:pt x="428" y="584"/>
                </a:lnTo>
                <a:lnTo>
                  <a:pt x="438" y="555"/>
                </a:lnTo>
                <a:lnTo>
                  <a:pt x="450" y="528"/>
                </a:lnTo>
                <a:lnTo>
                  <a:pt x="465" y="504"/>
                </a:lnTo>
                <a:lnTo>
                  <a:pt x="483" y="482"/>
                </a:lnTo>
                <a:lnTo>
                  <a:pt x="505" y="464"/>
                </a:lnTo>
                <a:lnTo>
                  <a:pt x="529" y="449"/>
                </a:lnTo>
                <a:lnTo>
                  <a:pt x="556" y="437"/>
                </a:lnTo>
                <a:lnTo>
                  <a:pt x="585" y="427"/>
                </a:lnTo>
                <a:lnTo>
                  <a:pt x="614" y="418"/>
                </a:lnTo>
                <a:lnTo>
                  <a:pt x="645" y="410"/>
                </a:lnTo>
                <a:lnTo>
                  <a:pt x="675" y="402"/>
                </a:lnTo>
                <a:lnTo>
                  <a:pt x="705" y="393"/>
                </a:lnTo>
                <a:lnTo>
                  <a:pt x="734" y="383"/>
                </a:lnTo>
                <a:lnTo>
                  <a:pt x="761" y="371"/>
                </a:lnTo>
                <a:lnTo>
                  <a:pt x="786" y="357"/>
                </a:lnTo>
                <a:lnTo>
                  <a:pt x="808" y="339"/>
                </a:lnTo>
                <a:lnTo>
                  <a:pt x="831" y="319"/>
                </a:lnTo>
                <a:lnTo>
                  <a:pt x="851" y="296"/>
                </a:lnTo>
                <a:lnTo>
                  <a:pt x="870" y="272"/>
                </a:lnTo>
                <a:lnTo>
                  <a:pt x="889" y="247"/>
                </a:lnTo>
                <a:lnTo>
                  <a:pt x="908" y="222"/>
                </a:lnTo>
                <a:lnTo>
                  <a:pt x="927" y="198"/>
                </a:lnTo>
                <a:lnTo>
                  <a:pt x="948" y="175"/>
                </a:lnTo>
                <a:lnTo>
                  <a:pt x="969" y="155"/>
                </a:lnTo>
                <a:lnTo>
                  <a:pt x="993" y="138"/>
                </a:lnTo>
                <a:lnTo>
                  <a:pt x="1018" y="125"/>
                </a:lnTo>
                <a:lnTo>
                  <a:pt x="1048" y="116"/>
                </a:lnTo>
                <a:lnTo>
                  <a:pt x="1079" y="112"/>
                </a:lnTo>
                <a:lnTo>
                  <a:pt x="1111" y="111"/>
                </a:lnTo>
                <a:lnTo>
                  <a:pt x="1145" y="114"/>
                </a:lnTo>
                <a:lnTo>
                  <a:pt x="1179" y="118"/>
                </a:lnTo>
                <a:lnTo>
                  <a:pt x="1213" y="123"/>
                </a:lnTo>
                <a:lnTo>
                  <a:pt x="1247" y="127"/>
                </a:lnTo>
                <a:lnTo>
                  <a:pt x="1281" y="129"/>
                </a:lnTo>
                <a:lnTo>
                  <a:pt x="1314" y="129"/>
                </a:lnTo>
                <a:lnTo>
                  <a:pt x="1345" y="125"/>
                </a:lnTo>
                <a:lnTo>
                  <a:pt x="1376" y="117"/>
                </a:lnTo>
                <a:lnTo>
                  <a:pt x="1406" y="105"/>
                </a:lnTo>
                <a:lnTo>
                  <a:pt x="1436" y="89"/>
                </a:lnTo>
                <a:lnTo>
                  <a:pt x="1466" y="73"/>
                </a:lnTo>
                <a:lnTo>
                  <a:pt x="1496" y="55"/>
                </a:lnTo>
                <a:lnTo>
                  <a:pt x="1525" y="38"/>
                </a:lnTo>
                <a:lnTo>
                  <a:pt x="1556" y="23"/>
                </a:lnTo>
                <a:lnTo>
                  <a:pt x="1586" y="11"/>
                </a:lnTo>
                <a:lnTo>
                  <a:pt x="1617" y="3"/>
                </a:lnTo>
                <a:lnTo>
                  <a:pt x="1649" y="0"/>
                </a:lnTo>
                <a:close/>
              </a:path>
            </a:pathLst>
          </a:custGeom>
          <a:solidFill>
            <a:schemeClr val="lt2"/>
          </a:solidFill>
          <a:ln>
            <a:noFill/>
          </a:ln>
        </p:spPr>
      </p:sp>
      <p:sp>
        <p:nvSpPr>
          <p:cNvPr id="15" name="Google Shape;15;p18"/>
          <p:cNvSpPr txBox="1">
            <a:spLocks noGrp="1"/>
          </p:cNvSpPr>
          <p:nvPr>
            <p:ph type="ctrTitle"/>
          </p:nvPr>
        </p:nvSpPr>
        <p:spPr>
          <a:xfrm>
            <a:off x="1078523" y="1098388"/>
            <a:ext cx="10318418" cy="4394988"/>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chemeClr val="dk2"/>
              </a:buClr>
              <a:buSzPts val="10000"/>
              <a:buFont typeface="Impact"/>
              <a:buNone/>
              <a:defRPr sz="10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6" name="Google Shape;16;p18"/>
          <p:cNvSpPr txBox="1">
            <a:spLocks noGrp="1"/>
          </p:cNvSpPr>
          <p:nvPr>
            <p:ph type="subTitle" idx="1"/>
          </p:nvPr>
        </p:nvSpPr>
        <p:spPr>
          <a:xfrm>
            <a:off x="2215045" y="5979196"/>
            <a:ext cx="8045373" cy="742279"/>
          </a:xfrm>
          <a:prstGeom prst="rect">
            <a:avLst/>
          </a:prstGeom>
          <a:noFill/>
          <a:ln>
            <a:noFill/>
          </a:ln>
        </p:spPr>
        <p:txBody>
          <a:bodyPr spcFirstLastPara="1" wrap="square" lIns="91425" tIns="45700" rIns="91425" bIns="45700" anchor="t" anchorCtr="0">
            <a:normAutofit/>
          </a:bodyPr>
          <a:lstStyle>
            <a:lvl1pPr lvl="0" algn="ctr">
              <a:lnSpc>
                <a:spcPct val="100000"/>
              </a:lnSpc>
              <a:spcBef>
                <a:spcPts val="700"/>
              </a:spcBef>
              <a:spcAft>
                <a:spcPts val="0"/>
              </a:spcAft>
              <a:buSzPts val="2000"/>
              <a:buNone/>
              <a:defRPr sz="2000" b="1" i="0" cap="none">
                <a:solidFill>
                  <a:schemeClr val="dk2"/>
                </a:solidFill>
              </a:defRPr>
            </a:lvl1pPr>
            <a:lvl2pPr lvl="1" algn="ctr">
              <a:lnSpc>
                <a:spcPct val="110000"/>
              </a:lnSpc>
              <a:spcBef>
                <a:spcPts val="700"/>
              </a:spcBef>
              <a:spcAft>
                <a:spcPts val="0"/>
              </a:spcAft>
              <a:buSzPts val="2000"/>
              <a:buNone/>
              <a:defRPr sz="2000"/>
            </a:lvl2pPr>
            <a:lvl3pPr lvl="2" algn="ctr">
              <a:lnSpc>
                <a:spcPct val="110000"/>
              </a:lnSpc>
              <a:spcBef>
                <a:spcPts val="700"/>
              </a:spcBef>
              <a:spcAft>
                <a:spcPts val="0"/>
              </a:spcAft>
              <a:buSzPts val="1800"/>
              <a:buNone/>
              <a:defRPr sz="1800"/>
            </a:lvl3pPr>
            <a:lvl4pPr lvl="3" algn="ctr">
              <a:lnSpc>
                <a:spcPct val="110000"/>
              </a:lnSpc>
              <a:spcBef>
                <a:spcPts val="700"/>
              </a:spcBef>
              <a:spcAft>
                <a:spcPts val="0"/>
              </a:spcAft>
              <a:buSzPts val="1600"/>
              <a:buNone/>
              <a:defRPr sz="1600"/>
            </a:lvl4pPr>
            <a:lvl5pPr lvl="4" algn="ctr">
              <a:lnSpc>
                <a:spcPct val="110000"/>
              </a:lnSpc>
              <a:spcBef>
                <a:spcPts val="700"/>
              </a:spcBef>
              <a:spcAft>
                <a:spcPts val="0"/>
              </a:spcAft>
              <a:buSzPts val="1600"/>
              <a:buNone/>
              <a:defRPr sz="1600"/>
            </a:lvl5pPr>
            <a:lvl6pPr lvl="5" algn="ctr">
              <a:lnSpc>
                <a:spcPct val="110000"/>
              </a:lnSpc>
              <a:spcBef>
                <a:spcPts val="700"/>
              </a:spcBef>
              <a:spcAft>
                <a:spcPts val="0"/>
              </a:spcAft>
              <a:buSzPts val="1600"/>
              <a:buNone/>
              <a:defRPr sz="1600"/>
            </a:lvl6pPr>
            <a:lvl7pPr lvl="6" algn="ctr">
              <a:lnSpc>
                <a:spcPct val="110000"/>
              </a:lnSpc>
              <a:spcBef>
                <a:spcPts val="700"/>
              </a:spcBef>
              <a:spcAft>
                <a:spcPts val="0"/>
              </a:spcAft>
              <a:buSzPts val="1600"/>
              <a:buNone/>
              <a:defRPr sz="1600"/>
            </a:lvl7pPr>
            <a:lvl8pPr lvl="7" algn="ctr">
              <a:lnSpc>
                <a:spcPct val="110000"/>
              </a:lnSpc>
              <a:spcBef>
                <a:spcPts val="700"/>
              </a:spcBef>
              <a:spcAft>
                <a:spcPts val="0"/>
              </a:spcAft>
              <a:buSzPts val="1600"/>
              <a:buNone/>
              <a:defRPr sz="1600"/>
            </a:lvl8pPr>
            <a:lvl9pPr lvl="8" algn="ctr">
              <a:lnSpc>
                <a:spcPct val="110000"/>
              </a:lnSpc>
              <a:spcBef>
                <a:spcPts val="700"/>
              </a:spcBef>
              <a:spcAft>
                <a:spcPts val="0"/>
              </a:spcAft>
              <a:buSzPts val="1600"/>
              <a:buNone/>
              <a:defRPr sz="1600"/>
            </a:lvl9pPr>
          </a:lstStyle>
          <a:p>
            <a:endParaRPr/>
          </a:p>
        </p:txBody>
      </p:sp>
      <p:sp>
        <p:nvSpPr>
          <p:cNvPr id="17" name="Google Shape;17;p18"/>
          <p:cNvSpPr txBox="1">
            <a:spLocks noGrp="1"/>
          </p:cNvSpPr>
          <p:nvPr>
            <p:ph type="dt" idx="10"/>
          </p:nvPr>
        </p:nvSpPr>
        <p:spPr>
          <a:xfrm>
            <a:off x="1078523" y="6375679"/>
            <a:ext cx="2329722" cy="348462"/>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solidFill>
                  <a:srgbClr val="895E04"/>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 name="Google Shape;18;p18"/>
          <p:cNvSpPr txBox="1">
            <a:spLocks noGrp="1"/>
          </p:cNvSpPr>
          <p:nvPr>
            <p:ph type="ftr" idx="11"/>
          </p:nvPr>
        </p:nvSpPr>
        <p:spPr>
          <a:xfrm>
            <a:off x="4180332" y="6375679"/>
            <a:ext cx="4114800" cy="345796"/>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solidFill>
                  <a:srgbClr val="895E04"/>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18"/>
          <p:cNvSpPr txBox="1">
            <a:spLocks noGrp="1"/>
          </p:cNvSpPr>
          <p:nvPr>
            <p:ph type="sldNum" idx="12"/>
          </p:nvPr>
        </p:nvSpPr>
        <p:spPr>
          <a:xfrm>
            <a:off x="9067218" y="6375679"/>
            <a:ext cx="2329723" cy="345796"/>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0" i="0" u="none" strike="noStrike" cap="none">
                <a:solidFill>
                  <a:srgbClr val="895E04"/>
                </a:solidFill>
                <a:latin typeface="Gill Sans"/>
                <a:ea typeface="Gill Sans"/>
                <a:cs typeface="Gill Sans"/>
                <a:sym typeface="Gill Sans"/>
              </a:defRPr>
            </a:lvl1pPr>
            <a:lvl2pPr marL="0" lvl="1" indent="0" algn="r">
              <a:spcBef>
                <a:spcPts val="0"/>
              </a:spcBef>
              <a:buNone/>
              <a:defRPr sz="1200" b="0" i="0" u="none" strike="noStrike" cap="none">
                <a:solidFill>
                  <a:srgbClr val="895E04"/>
                </a:solidFill>
                <a:latin typeface="Gill Sans"/>
                <a:ea typeface="Gill Sans"/>
                <a:cs typeface="Gill Sans"/>
                <a:sym typeface="Gill Sans"/>
              </a:defRPr>
            </a:lvl2pPr>
            <a:lvl3pPr marL="0" lvl="2" indent="0" algn="r">
              <a:spcBef>
                <a:spcPts val="0"/>
              </a:spcBef>
              <a:buNone/>
              <a:defRPr sz="1200" b="0" i="0" u="none" strike="noStrike" cap="none">
                <a:solidFill>
                  <a:srgbClr val="895E04"/>
                </a:solidFill>
                <a:latin typeface="Gill Sans"/>
                <a:ea typeface="Gill Sans"/>
                <a:cs typeface="Gill Sans"/>
                <a:sym typeface="Gill Sans"/>
              </a:defRPr>
            </a:lvl3pPr>
            <a:lvl4pPr marL="0" lvl="3" indent="0" algn="r">
              <a:spcBef>
                <a:spcPts val="0"/>
              </a:spcBef>
              <a:buNone/>
              <a:defRPr sz="1200" b="0" i="0" u="none" strike="noStrike" cap="none">
                <a:solidFill>
                  <a:srgbClr val="895E04"/>
                </a:solidFill>
                <a:latin typeface="Gill Sans"/>
                <a:ea typeface="Gill Sans"/>
                <a:cs typeface="Gill Sans"/>
                <a:sym typeface="Gill Sans"/>
              </a:defRPr>
            </a:lvl4pPr>
            <a:lvl5pPr marL="0" lvl="4" indent="0" algn="r">
              <a:spcBef>
                <a:spcPts val="0"/>
              </a:spcBef>
              <a:buNone/>
              <a:defRPr sz="1200" b="0" i="0" u="none" strike="noStrike" cap="none">
                <a:solidFill>
                  <a:srgbClr val="895E04"/>
                </a:solidFill>
                <a:latin typeface="Gill Sans"/>
                <a:ea typeface="Gill Sans"/>
                <a:cs typeface="Gill Sans"/>
                <a:sym typeface="Gill Sans"/>
              </a:defRPr>
            </a:lvl5pPr>
            <a:lvl6pPr marL="0" lvl="5" indent="0" algn="r">
              <a:spcBef>
                <a:spcPts val="0"/>
              </a:spcBef>
              <a:buNone/>
              <a:defRPr sz="1200" b="0" i="0" u="none" strike="noStrike" cap="none">
                <a:solidFill>
                  <a:srgbClr val="895E04"/>
                </a:solidFill>
                <a:latin typeface="Gill Sans"/>
                <a:ea typeface="Gill Sans"/>
                <a:cs typeface="Gill Sans"/>
                <a:sym typeface="Gill Sans"/>
              </a:defRPr>
            </a:lvl6pPr>
            <a:lvl7pPr marL="0" lvl="6" indent="0" algn="r">
              <a:spcBef>
                <a:spcPts val="0"/>
              </a:spcBef>
              <a:buNone/>
              <a:defRPr sz="1200" b="0" i="0" u="none" strike="noStrike" cap="none">
                <a:solidFill>
                  <a:srgbClr val="895E04"/>
                </a:solidFill>
                <a:latin typeface="Gill Sans"/>
                <a:ea typeface="Gill Sans"/>
                <a:cs typeface="Gill Sans"/>
                <a:sym typeface="Gill Sans"/>
              </a:defRPr>
            </a:lvl7pPr>
            <a:lvl8pPr marL="0" lvl="7" indent="0" algn="r">
              <a:spcBef>
                <a:spcPts val="0"/>
              </a:spcBef>
              <a:buNone/>
              <a:defRPr sz="1200" b="0" i="0" u="none" strike="noStrike" cap="none">
                <a:solidFill>
                  <a:srgbClr val="895E04"/>
                </a:solidFill>
                <a:latin typeface="Gill Sans"/>
                <a:ea typeface="Gill Sans"/>
                <a:cs typeface="Gill Sans"/>
                <a:sym typeface="Gill Sans"/>
              </a:defRPr>
            </a:lvl8pPr>
            <a:lvl9pPr marL="0" lvl="8" indent="0" algn="r">
              <a:spcBef>
                <a:spcPts val="0"/>
              </a:spcBef>
              <a:buNone/>
              <a:defRPr sz="1200" b="0" i="0" u="none" strike="noStrike" cap="none">
                <a:solidFill>
                  <a:srgbClr val="895E04"/>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
        <p:nvSpPr>
          <p:cNvPr id="20" name="Google Shape;20;p18"/>
          <p:cNvSpPr/>
          <p:nvPr/>
        </p:nvSpPr>
        <p:spPr>
          <a:xfrm>
            <a:off x="0" y="0"/>
            <a:ext cx="283464" cy="68580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19"/>
          <p:cNvSpPr txBox="1">
            <a:spLocks noGrp="1"/>
          </p:cNvSpPr>
          <p:nvPr>
            <p:ph type="title"/>
          </p:nvPr>
        </p:nvSpPr>
        <p:spPr>
          <a:xfrm>
            <a:off x="1251678" y="382385"/>
            <a:ext cx="10178322" cy="1492132"/>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19"/>
          <p:cNvSpPr txBox="1">
            <a:spLocks noGrp="1"/>
          </p:cNvSpPr>
          <p:nvPr>
            <p:ph type="body" idx="1"/>
          </p:nvPr>
        </p:nvSpPr>
        <p:spPr>
          <a:xfrm>
            <a:off x="1251678" y="2286001"/>
            <a:ext cx="10178322" cy="3593591"/>
          </a:xfrm>
          <a:prstGeom prst="rect">
            <a:avLst/>
          </a:prstGeom>
          <a:noFill/>
          <a:ln>
            <a:noFill/>
          </a:ln>
        </p:spPr>
        <p:txBody>
          <a:bodyPr spcFirstLastPara="1" wrap="square" lIns="91425" tIns="45700" rIns="91425" bIns="45700" anchor="t" anchorCtr="0">
            <a:normAutofit/>
          </a:bodyPr>
          <a:lstStyle>
            <a:lvl1pPr marL="457200" lvl="0" indent="-342900" algn="l">
              <a:lnSpc>
                <a:spcPct val="110000"/>
              </a:lnSpc>
              <a:spcBef>
                <a:spcPts val="700"/>
              </a:spcBef>
              <a:spcAft>
                <a:spcPts val="0"/>
              </a:spcAft>
              <a:buSzPts val="1800"/>
              <a:buChar char="•"/>
              <a:defRPr/>
            </a:lvl1pPr>
            <a:lvl2pPr marL="914400" lvl="1" indent="-342900" algn="l">
              <a:lnSpc>
                <a:spcPct val="110000"/>
              </a:lnSpc>
              <a:spcBef>
                <a:spcPts val="700"/>
              </a:spcBef>
              <a:spcAft>
                <a:spcPts val="0"/>
              </a:spcAft>
              <a:buSzPts val="1800"/>
              <a:buChar char="–"/>
              <a:defRPr/>
            </a:lvl2pPr>
            <a:lvl3pPr marL="1371600" lvl="2" indent="-342900" algn="l">
              <a:lnSpc>
                <a:spcPct val="110000"/>
              </a:lnSpc>
              <a:spcBef>
                <a:spcPts val="700"/>
              </a:spcBef>
              <a:spcAft>
                <a:spcPts val="0"/>
              </a:spcAft>
              <a:buSzPts val="1800"/>
              <a:buChar char="•"/>
              <a:defRPr/>
            </a:lvl3pPr>
            <a:lvl4pPr marL="1828800" lvl="3" indent="-342900" algn="l">
              <a:lnSpc>
                <a:spcPct val="110000"/>
              </a:lnSpc>
              <a:spcBef>
                <a:spcPts val="700"/>
              </a:spcBef>
              <a:spcAft>
                <a:spcPts val="0"/>
              </a:spcAft>
              <a:buSzPts val="1800"/>
              <a:buChar char="–"/>
              <a:defRPr/>
            </a:lvl4pPr>
            <a:lvl5pPr marL="2286000" lvl="4" indent="-342900" algn="l">
              <a:lnSpc>
                <a:spcPct val="110000"/>
              </a:lnSpc>
              <a:spcBef>
                <a:spcPts val="700"/>
              </a:spcBef>
              <a:spcAft>
                <a:spcPts val="0"/>
              </a:spcAft>
              <a:buSzPts val="1800"/>
              <a:buChar char="•"/>
              <a:defRPr/>
            </a:lvl5pPr>
            <a:lvl6pPr marL="2743200" lvl="5" indent="-342900" algn="l">
              <a:lnSpc>
                <a:spcPct val="110000"/>
              </a:lnSpc>
              <a:spcBef>
                <a:spcPts val="700"/>
              </a:spcBef>
              <a:spcAft>
                <a:spcPts val="0"/>
              </a:spcAft>
              <a:buSzPts val="1800"/>
              <a:buChar char="–"/>
              <a:defRPr/>
            </a:lvl6pPr>
            <a:lvl7pPr marL="3200400" lvl="6" indent="-342900" algn="l">
              <a:lnSpc>
                <a:spcPct val="110000"/>
              </a:lnSpc>
              <a:spcBef>
                <a:spcPts val="700"/>
              </a:spcBef>
              <a:spcAft>
                <a:spcPts val="0"/>
              </a:spcAft>
              <a:buSzPts val="1800"/>
              <a:buChar char="•"/>
              <a:defRPr/>
            </a:lvl7pPr>
            <a:lvl8pPr marL="3657600" lvl="7" indent="-342900" algn="l">
              <a:lnSpc>
                <a:spcPct val="110000"/>
              </a:lnSpc>
              <a:spcBef>
                <a:spcPts val="700"/>
              </a:spcBef>
              <a:spcAft>
                <a:spcPts val="0"/>
              </a:spcAft>
              <a:buSzPts val="1800"/>
              <a:buChar char="–"/>
              <a:defRPr/>
            </a:lvl8pPr>
            <a:lvl9pPr marL="4114800" lvl="8" indent="-342900" algn="l">
              <a:lnSpc>
                <a:spcPct val="110000"/>
              </a:lnSpc>
              <a:spcBef>
                <a:spcPts val="700"/>
              </a:spcBef>
              <a:spcAft>
                <a:spcPts val="0"/>
              </a:spcAft>
              <a:buSzPts val="1800"/>
              <a:buChar char="•"/>
              <a:defRPr/>
            </a:lvl9pPr>
          </a:lstStyle>
          <a:p>
            <a:endParaRPr/>
          </a:p>
        </p:txBody>
      </p:sp>
      <p:sp>
        <p:nvSpPr>
          <p:cNvPr id="24" name="Google Shape;24;p19"/>
          <p:cNvSpPr txBox="1">
            <a:spLocks noGrp="1"/>
          </p:cNvSpPr>
          <p:nvPr>
            <p:ph type="dt" idx="10"/>
          </p:nvPr>
        </p:nvSpPr>
        <p:spPr>
          <a:xfrm>
            <a:off x="1251678" y="6375679"/>
            <a:ext cx="2329722" cy="348462"/>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19"/>
          <p:cNvSpPr txBox="1">
            <a:spLocks noGrp="1"/>
          </p:cNvSpPr>
          <p:nvPr>
            <p:ph type="ftr" idx="11"/>
          </p:nvPr>
        </p:nvSpPr>
        <p:spPr>
          <a:xfrm>
            <a:off x="4038600" y="6375679"/>
            <a:ext cx="4114800" cy="345796"/>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19"/>
          <p:cNvSpPr txBox="1">
            <a:spLocks noGrp="1"/>
          </p:cNvSpPr>
          <p:nvPr>
            <p:ph type="sldNum" idx="12"/>
          </p:nvPr>
        </p:nvSpPr>
        <p:spPr>
          <a:xfrm>
            <a:off x="8610601" y="6375679"/>
            <a:ext cx="2819399" cy="345796"/>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Section Header" type="secHead">
  <p:cSld name="SECTION_HEADER">
    <p:bg>
      <p:bgPr>
        <a:solidFill>
          <a:schemeClr val="dk2"/>
        </a:solidFill>
        <a:effectLst/>
      </p:bgPr>
    </p:bg>
    <p:spTree>
      <p:nvGrpSpPr>
        <p:cNvPr id="1" name="Shape 36"/>
        <p:cNvGrpSpPr/>
        <p:nvPr/>
      </p:nvGrpSpPr>
      <p:grpSpPr>
        <a:xfrm>
          <a:off x="0" y="0"/>
          <a:ext cx="0" cy="0"/>
          <a:chOff x="0" y="0"/>
          <a:chExt cx="0" cy="0"/>
        </a:xfrm>
      </p:grpSpPr>
      <p:sp>
        <p:nvSpPr>
          <p:cNvPr id="37" name="Google Shape;37;p21"/>
          <p:cNvSpPr txBox="1">
            <a:spLocks noGrp="1"/>
          </p:cNvSpPr>
          <p:nvPr>
            <p:ph type="title"/>
          </p:nvPr>
        </p:nvSpPr>
        <p:spPr>
          <a:xfrm>
            <a:off x="3242929" y="1073888"/>
            <a:ext cx="8187071" cy="406462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2"/>
              </a:buClr>
              <a:buSzPts val="8400"/>
              <a:buFont typeface="Impact"/>
              <a:buNone/>
              <a:defRPr sz="8400">
                <a:solidFill>
                  <a:schemeClr val="l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1"/>
          <p:cNvSpPr txBox="1">
            <a:spLocks noGrp="1"/>
          </p:cNvSpPr>
          <p:nvPr>
            <p:ph type="body" idx="1"/>
          </p:nvPr>
        </p:nvSpPr>
        <p:spPr>
          <a:xfrm>
            <a:off x="3242930" y="5159781"/>
            <a:ext cx="7017488" cy="951135"/>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700"/>
              </a:spcBef>
              <a:spcAft>
                <a:spcPts val="0"/>
              </a:spcAft>
              <a:buSzPts val="2000"/>
              <a:buNone/>
              <a:defRPr sz="2000" b="1" i="0" cap="none">
                <a:solidFill>
                  <a:schemeClr val="accent1"/>
                </a:solidFill>
              </a:defRPr>
            </a:lvl1pPr>
            <a:lvl2pPr marL="914400" lvl="1" indent="-228600" algn="l">
              <a:lnSpc>
                <a:spcPct val="110000"/>
              </a:lnSpc>
              <a:spcBef>
                <a:spcPts val="700"/>
              </a:spcBef>
              <a:spcAft>
                <a:spcPts val="0"/>
              </a:spcAft>
              <a:buSzPts val="2000"/>
              <a:buNone/>
              <a:defRPr sz="2000">
                <a:solidFill>
                  <a:schemeClr val="lt1"/>
                </a:solidFill>
              </a:defRPr>
            </a:lvl2pPr>
            <a:lvl3pPr marL="1371600" lvl="2" indent="-228600" algn="l">
              <a:lnSpc>
                <a:spcPct val="110000"/>
              </a:lnSpc>
              <a:spcBef>
                <a:spcPts val="700"/>
              </a:spcBef>
              <a:spcAft>
                <a:spcPts val="0"/>
              </a:spcAft>
              <a:buSzPts val="1800"/>
              <a:buNone/>
              <a:defRPr sz="1800">
                <a:solidFill>
                  <a:schemeClr val="lt1"/>
                </a:solidFill>
              </a:defRPr>
            </a:lvl3pPr>
            <a:lvl4pPr marL="1828800" lvl="3" indent="-228600" algn="l">
              <a:lnSpc>
                <a:spcPct val="110000"/>
              </a:lnSpc>
              <a:spcBef>
                <a:spcPts val="700"/>
              </a:spcBef>
              <a:spcAft>
                <a:spcPts val="0"/>
              </a:spcAft>
              <a:buSzPts val="1600"/>
              <a:buNone/>
              <a:defRPr sz="1600">
                <a:solidFill>
                  <a:schemeClr val="lt1"/>
                </a:solidFill>
              </a:defRPr>
            </a:lvl4pPr>
            <a:lvl5pPr marL="2286000" lvl="4" indent="-228600" algn="l">
              <a:lnSpc>
                <a:spcPct val="110000"/>
              </a:lnSpc>
              <a:spcBef>
                <a:spcPts val="700"/>
              </a:spcBef>
              <a:spcAft>
                <a:spcPts val="0"/>
              </a:spcAft>
              <a:buSzPts val="1600"/>
              <a:buNone/>
              <a:defRPr sz="1600">
                <a:solidFill>
                  <a:schemeClr val="lt1"/>
                </a:solidFill>
              </a:defRPr>
            </a:lvl5pPr>
            <a:lvl6pPr marL="2743200" lvl="5" indent="-228600" algn="l">
              <a:lnSpc>
                <a:spcPct val="110000"/>
              </a:lnSpc>
              <a:spcBef>
                <a:spcPts val="700"/>
              </a:spcBef>
              <a:spcAft>
                <a:spcPts val="0"/>
              </a:spcAft>
              <a:buSzPts val="1600"/>
              <a:buNone/>
              <a:defRPr sz="1600">
                <a:solidFill>
                  <a:schemeClr val="lt1"/>
                </a:solidFill>
              </a:defRPr>
            </a:lvl6pPr>
            <a:lvl7pPr marL="3200400" lvl="6" indent="-228600" algn="l">
              <a:lnSpc>
                <a:spcPct val="110000"/>
              </a:lnSpc>
              <a:spcBef>
                <a:spcPts val="700"/>
              </a:spcBef>
              <a:spcAft>
                <a:spcPts val="0"/>
              </a:spcAft>
              <a:buSzPts val="1600"/>
              <a:buNone/>
              <a:defRPr sz="1600">
                <a:solidFill>
                  <a:schemeClr val="lt1"/>
                </a:solidFill>
              </a:defRPr>
            </a:lvl7pPr>
            <a:lvl8pPr marL="3657600" lvl="7" indent="-228600" algn="l">
              <a:lnSpc>
                <a:spcPct val="110000"/>
              </a:lnSpc>
              <a:spcBef>
                <a:spcPts val="700"/>
              </a:spcBef>
              <a:spcAft>
                <a:spcPts val="0"/>
              </a:spcAft>
              <a:buSzPts val="1600"/>
              <a:buNone/>
              <a:defRPr sz="1600">
                <a:solidFill>
                  <a:schemeClr val="lt1"/>
                </a:solidFill>
              </a:defRPr>
            </a:lvl8pPr>
            <a:lvl9pPr marL="4114800" lvl="8" indent="-228600" algn="l">
              <a:lnSpc>
                <a:spcPct val="110000"/>
              </a:lnSpc>
              <a:spcBef>
                <a:spcPts val="700"/>
              </a:spcBef>
              <a:spcAft>
                <a:spcPts val="0"/>
              </a:spcAft>
              <a:buSzPts val="1600"/>
              <a:buNone/>
              <a:defRPr sz="1600">
                <a:solidFill>
                  <a:schemeClr val="lt1"/>
                </a:solidFill>
              </a:defRPr>
            </a:lvl9pPr>
          </a:lstStyle>
          <a:p>
            <a:endParaRPr/>
          </a:p>
        </p:txBody>
      </p:sp>
      <p:sp>
        <p:nvSpPr>
          <p:cNvPr id="39" name="Google Shape;39;p21"/>
          <p:cNvSpPr txBox="1">
            <a:spLocks noGrp="1"/>
          </p:cNvSpPr>
          <p:nvPr>
            <p:ph type="dt" idx="10"/>
          </p:nvPr>
        </p:nvSpPr>
        <p:spPr>
          <a:xfrm>
            <a:off x="3236546" y="6375679"/>
            <a:ext cx="1493947" cy="348462"/>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solidFill>
                  <a:schemeClr val="lt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0" name="Google Shape;40;p21"/>
          <p:cNvSpPr txBox="1">
            <a:spLocks noGrp="1"/>
          </p:cNvSpPr>
          <p:nvPr>
            <p:ph type="ftr" idx="11"/>
          </p:nvPr>
        </p:nvSpPr>
        <p:spPr>
          <a:xfrm>
            <a:off x="5279064" y="6375679"/>
            <a:ext cx="4114800" cy="345796"/>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solidFill>
                  <a:schemeClr val="lt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 name="Google Shape;41;p21"/>
          <p:cNvSpPr txBox="1">
            <a:spLocks noGrp="1"/>
          </p:cNvSpPr>
          <p:nvPr>
            <p:ph type="sldNum" idx="12"/>
          </p:nvPr>
        </p:nvSpPr>
        <p:spPr>
          <a:xfrm>
            <a:off x="9942434" y="6375679"/>
            <a:ext cx="1487566" cy="345796"/>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chemeClr val="lt2"/>
                </a:solidFill>
                <a:latin typeface="Gill Sans"/>
                <a:ea typeface="Gill Sans"/>
                <a:cs typeface="Gill Sans"/>
                <a:sym typeface="Gill Sans"/>
              </a:defRPr>
            </a:lvl1pPr>
            <a:lvl2pPr marL="0" lvl="1" indent="0" algn="r">
              <a:spcBef>
                <a:spcPts val="0"/>
              </a:spcBef>
              <a:buNone/>
              <a:defRPr sz="1200">
                <a:solidFill>
                  <a:schemeClr val="lt2"/>
                </a:solidFill>
                <a:latin typeface="Gill Sans"/>
                <a:ea typeface="Gill Sans"/>
                <a:cs typeface="Gill Sans"/>
                <a:sym typeface="Gill Sans"/>
              </a:defRPr>
            </a:lvl2pPr>
            <a:lvl3pPr marL="0" lvl="2" indent="0" algn="r">
              <a:spcBef>
                <a:spcPts val="0"/>
              </a:spcBef>
              <a:buNone/>
              <a:defRPr sz="1200">
                <a:solidFill>
                  <a:schemeClr val="lt2"/>
                </a:solidFill>
                <a:latin typeface="Gill Sans"/>
                <a:ea typeface="Gill Sans"/>
                <a:cs typeface="Gill Sans"/>
                <a:sym typeface="Gill Sans"/>
              </a:defRPr>
            </a:lvl3pPr>
            <a:lvl4pPr marL="0" lvl="3" indent="0" algn="r">
              <a:spcBef>
                <a:spcPts val="0"/>
              </a:spcBef>
              <a:buNone/>
              <a:defRPr sz="1200">
                <a:solidFill>
                  <a:schemeClr val="lt2"/>
                </a:solidFill>
                <a:latin typeface="Gill Sans"/>
                <a:ea typeface="Gill Sans"/>
                <a:cs typeface="Gill Sans"/>
                <a:sym typeface="Gill Sans"/>
              </a:defRPr>
            </a:lvl4pPr>
            <a:lvl5pPr marL="0" lvl="4" indent="0" algn="r">
              <a:spcBef>
                <a:spcPts val="0"/>
              </a:spcBef>
              <a:buNone/>
              <a:defRPr sz="1200">
                <a:solidFill>
                  <a:schemeClr val="lt2"/>
                </a:solidFill>
                <a:latin typeface="Gill Sans"/>
                <a:ea typeface="Gill Sans"/>
                <a:cs typeface="Gill Sans"/>
                <a:sym typeface="Gill Sans"/>
              </a:defRPr>
            </a:lvl5pPr>
            <a:lvl6pPr marL="0" lvl="5" indent="0" algn="r">
              <a:spcBef>
                <a:spcPts val="0"/>
              </a:spcBef>
              <a:buNone/>
              <a:defRPr sz="1200">
                <a:solidFill>
                  <a:schemeClr val="lt2"/>
                </a:solidFill>
                <a:latin typeface="Gill Sans"/>
                <a:ea typeface="Gill Sans"/>
                <a:cs typeface="Gill Sans"/>
                <a:sym typeface="Gill Sans"/>
              </a:defRPr>
            </a:lvl6pPr>
            <a:lvl7pPr marL="0" lvl="6" indent="0" algn="r">
              <a:spcBef>
                <a:spcPts val="0"/>
              </a:spcBef>
              <a:buNone/>
              <a:defRPr sz="1200">
                <a:solidFill>
                  <a:schemeClr val="lt2"/>
                </a:solidFill>
                <a:latin typeface="Gill Sans"/>
                <a:ea typeface="Gill Sans"/>
                <a:cs typeface="Gill Sans"/>
                <a:sym typeface="Gill Sans"/>
              </a:defRPr>
            </a:lvl7pPr>
            <a:lvl8pPr marL="0" lvl="7" indent="0" algn="r">
              <a:spcBef>
                <a:spcPts val="0"/>
              </a:spcBef>
              <a:buNone/>
              <a:defRPr sz="1200">
                <a:solidFill>
                  <a:schemeClr val="lt2"/>
                </a:solidFill>
                <a:latin typeface="Gill Sans"/>
                <a:ea typeface="Gill Sans"/>
                <a:cs typeface="Gill Sans"/>
                <a:sym typeface="Gill Sans"/>
              </a:defRPr>
            </a:lvl8pPr>
            <a:lvl9pPr marL="0" lvl="8" indent="0" algn="r">
              <a:spcBef>
                <a:spcPts val="0"/>
              </a:spcBef>
              <a:buNone/>
              <a:defRPr sz="1200">
                <a:solidFill>
                  <a:schemeClr val="l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grpSp>
        <p:nvGrpSpPr>
          <p:cNvPr id="42" name="Google Shape;42;p21"/>
          <p:cNvGrpSpPr/>
          <p:nvPr/>
        </p:nvGrpSpPr>
        <p:grpSpPr>
          <a:xfrm>
            <a:off x="0" y="0"/>
            <a:ext cx="2814638" cy="6858000"/>
            <a:chOff x="0" y="0"/>
            <a:chExt cx="2814638" cy="6858000"/>
          </a:xfrm>
        </p:grpSpPr>
        <p:sp>
          <p:nvSpPr>
            <p:cNvPr id="43" name="Google Shape;43;p21"/>
            <p:cNvSpPr/>
            <p:nvPr/>
          </p:nvSpPr>
          <p:spPr>
            <a:xfrm>
              <a:off x="0" y="0"/>
              <a:ext cx="2814638" cy="6858000"/>
            </a:xfrm>
            <a:custGeom>
              <a:avLst/>
              <a:gdLst/>
              <a:ahLst/>
              <a:cxnLst/>
              <a:rect l="l" t="t" r="r" b="b"/>
              <a:pathLst>
                <a:path w="1773" h="4320" extrusionOk="0">
                  <a:moveTo>
                    <a:pt x="0" y="0"/>
                  </a:moveTo>
                  <a:lnTo>
                    <a:pt x="891" y="0"/>
                  </a:lnTo>
                  <a:lnTo>
                    <a:pt x="906" y="56"/>
                  </a:lnTo>
                  <a:lnTo>
                    <a:pt x="921" y="111"/>
                  </a:lnTo>
                  <a:lnTo>
                    <a:pt x="938" y="165"/>
                  </a:lnTo>
                  <a:lnTo>
                    <a:pt x="957" y="217"/>
                  </a:lnTo>
                  <a:lnTo>
                    <a:pt x="980" y="266"/>
                  </a:lnTo>
                  <a:lnTo>
                    <a:pt x="1007" y="312"/>
                  </a:lnTo>
                  <a:lnTo>
                    <a:pt x="1036" y="351"/>
                  </a:lnTo>
                  <a:lnTo>
                    <a:pt x="1069" y="387"/>
                  </a:lnTo>
                  <a:lnTo>
                    <a:pt x="1105" y="422"/>
                  </a:lnTo>
                  <a:lnTo>
                    <a:pt x="1145" y="456"/>
                  </a:lnTo>
                  <a:lnTo>
                    <a:pt x="1185" y="487"/>
                  </a:lnTo>
                  <a:lnTo>
                    <a:pt x="1227" y="520"/>
                  </a:lnTo>
                  <a:lnTo>
                    <a:pt x="1270" y="551"/>
                  </a:lnTo>
                  <a:lnTo>
                    <a:pt x="1311" y="584"/>
                  </a:lnTo>
                  <a:lnTo>
                    <a:pt x="1352" y="617"/>
                  </a:lnTo>
                  <a:lnTo>
                    <a:pt x="1390" y="651"/>
                  </a:lnTo>
                  <a:lnTo>
                    <a:pt x="1425" y="687"/>
                  </a:lnTo>
                  <a:lnTo>
                    <a:pt x="1456" y="725"/>
                  </a:lnTo>
                  <a:lnTo>
                    <a:pt x="1484" y="765"/>
                  </a:lnTo>
                  <a:lnTo>
                    <a:pt x="1505" y="808"/>
                  </a:lnTo>
                  <a:lnTo>
                    <a:pt x="1521" y="856"/>
                  </a:lnTo>
                  <a:lnTo>
                    <a:pt x="1530" y="907"/>
                  </a:lnTo>
                  <a:lnTo>
                    <a:pt x="1534" y="960"/>
                  </a:lnTo>
                  <a:lnTo>
                    <a:pt x="1534" y="1013"/>
                  </a:lnTo>
                  <a:lnTo>
                    <a:pt x="1530" y="1068"/>
                  </a:lnTo>
                  <a:lnTo>
                    <a:pt x="1523" y="1125"/>
                  </a:lnTo>
                  <a:lnTo>
                    <a:pt x="1515" y="1181"/>
                  </a:lnTo>
                  <a:lnTo>
                    <a:pt x="1508" y="1237"/>
                  </a:lnTo>
                  <a:lnTo>
                    <a:pt x="1501" y="1293"/>
                  </a:lnTo>
                  <a:lnTo>
                    <a:pt x="1496" y="1350"/>
                  </a:lnTo>
                  <a:lnTo>
                    <a:pt x="1494" y="1405"/>
                  </a:lnTo>
                  <a:lnTo>
                    <a:pt x="1497" y="1458"/>
                  </a:lnTo>
                  <a:lnTo>
                    <a:pt x="1504" y="1511"/>
                  </a:lnTo>
                  <a:lnTo>
                    <a:pt x="1517" y="1560"/>
                  </a:lnTo>
                  <a:lnTo>
                    <a:pt x="1535" y="1610"/>
                  </a:lnTo>
                  <a:lnTo>
                    <a:pt x="1557" y="1659"/>
                  </a:lnTo>
                  <a:lnTo>
                    <a:pt x="1583" y="1708"/>
                  </a:lnTo>
                  <a:lnTo>
                    <a:pt x="1611" y="1757"/>
                  </a:lnTo>
                  <a:lnTo>
                    <a:pt x="1640" y="1807"/>
                  </a:lnTo>
                  <a:lnTo>
                    <a:pt x="1669" y="1855"/>
                  </a:lnTo>
                  <a:lnTo>
                    <a:pt x="1696" y="1905"/>
                  </a:lnTo>
                  <a:lnTo>
                    <a:pt x="1721" y="1954"/>
                  </a:lnTo>
                  <a:lnTo>
                    <a:pt x="1742" y="2006"/>
                  </a:lnTo>
                  <a:lnTo>
                    <a:pt x="1759" y="2057"/>
                  </a:lnTo>
                  <a:lnTo>
                    <a:pt x="1769" y="2108"/>
                  </a:lnTo>
                  <a:lnTo>
                    <a:pt x="1773" y="2160"/>
                  </a:lnTo>
                  <a:lnTo>
                    <a:pt x="1769" y="2212"/>
                  </a:lnTo>
                  <a:lnTo>
                    <a:pt x="1759" y="2263"/>
                  </a:lnTo>
                  <a:lnTo>
                    <a:pt x="1742" y="2314"/>
                  </a:lnTo>
                  <a:lnTo>
                    <a:pt x="1721" y="2366"/>
                  </a:lnTo>
                  <a:lnTo>
                    <a:pt x="1696" y="2415"/>
                  </a:lnTo>
                  <a:lnTo>
                    <a:pt x="1669" y="2465"/>
                  </a:lnTo>
                  <a:lnTo>
                    <a:pt x="1640" y="2513"/>
                  </a:lnTo>
                  <a:lnTo>
                    <a:pt x="1611" y="2563"/>
                  </a:lnTo>
                  <a:lnTo>
                    <a:pt x="1583" y="2612"/>
                  </a:lnTo>
                  <a:lnTo>
                    <a:pt x="1557" y="2661"/>
                  </a:lnTo>
                  <a:lnTo>
                    <a:pt x="1535" y="2710"/>
                  </a:lnTo>
                  <a:lnTo>
                    <a:pt x="1517" y="2760"/>
                  </a:lnTo>
                  <a:lnTo>
                    <a:pt x="1504" y="2809"/>
                  </a:lnTo>
                  <a:lnTo>
                    <a:pt x="1497" y="2862"/>
                  </a:lnTo>
                  <a:lnTo>
                    <a:pt x="1494" y="2915"/>
                  </a:lnTo>
                  <a:lnTo>
                    <a:pt x="1496" y="2970"/>
                  </a:lnTo>
                  <a:lnTo>
                    <a:pt x="1501" y="3027"/>
                  </a:lnTo>
                  <a:lnTo>
                    <a:pt x="1508" y="3083"/>
                  </a:lnTo>
                  <a:lnTo>
                    <a:pt x="1515" y="3139"/>
                  </a:lnTo>
                  <a:lnTo>
                    <a:pt x="1523" y="3195"/>
                  </a:lnTo>
                  <a:lnTo>
                    <a:pt x="1530" y="3252"/>
                  </a:lnTo>
                  <a:lnTo>
                    <a:pt x="1534" y="3307"/>
                  </a:lnTo>
                  <a:lnTo>
                    <a:pt x="1534" y="3360"/>
                  </a:lnTo>
                  <a:lnTo>
                    <a:pt x="1530" y="3413"/>
                  </a:lnTo>
                  <a:lnTo>
                    <a:pt x="1521" y="3464"/>
                  </a:lnTo>
                  <a:lnTo>
                    <a:pt x="1505" y="3512"/>
                  </a:lnTo>
                  <a:lnTo>
                    <a:pt x="1484" y="3555"/>
                  </a:lnTo>
                  <a:lnTo>
                    <a:pt x="1456" y="3595"/>
                  </a:lnTo>
                  <a:lnTo>
                    <a:pt x="1425" y="3633"/>
                  </a:lnTo>
                  <a:lnTo>
                    <a:pt x="1390" y="3669"/>
                  </a:lnTo>
                  <a:lnTo>
                    <a:pt x="1352" y="3703"/>
                  </a:lnTo>
                  <a:lnTo>
                    <a:pt x="1311" y="3736"/>
                  </a:lnTo>
                  <a:lnTo>
                    <a:pt x="1270" y="3769"/>
                  </a:lnTo>
                  <a:lnTo>
                    <a:pt x="1227" y="3800"/>
                  </a:lnTo>
                  <a:lnTo>
                    <a:pt x="1185" y="3833"/>
                  </a:lnTo>
                  <a:lnTo>
                    <a:pt x="1145" y="3864"/>
                  </a:lnTo>
                  <a:lnTo>
                    <a:pt x="1105" y="3898"/>
                  </a:lnTo>
                  <a:lnTo>
                    <a:pt x="1069" y="3933"/>
                  </a:lnTo>
                  <a:lnTo>
                    <a:pt x="1036" y="3969"/>
                  </a:lnTo>
                  <a:lnTo>
                    <a:pt x="1007" y="4008"/>
                  </a:lnTo>
                  <a:lnTo>
                    <a:pt x="980" y="4054"/>
                  </a:lnTo>
                  <a:lnTo>
                    <a:pt x="957" y="4103"/>
                  </a:lnTo>
                  <a:lnTo>
                    <a:pt x="938" y="4155"/>
                  </a:lnTo>
                  <a:lnTo>
                    <a:pt x="921" y="4209"/>
                  </a:lnTo>
                  <a:lnTo>
                    <a:pt x="906" y="4264"/>
                  </a:lnTo>
                  <a:lnTo>
                    <a:pt x="891" y="4320"/>
                  </a:lnTo>
                  <a:lnTo>
                    <a:pt x="0" y="4320"/>
                  </a:lnTo>
                  <a:lnTo>
                    <a:pt x="0" y="0"/>
                  </a:lnTo>
                  <a:close/>
                </a:path>
              </a:pathLst>
            </a:custGeom>
            <a:solidFill>
              <a:schemeClr val="lt2"/>
            </a:solidFill>
            <a:ln>
              <a:noFill/>
            </a:ln>
          </p:spPr>
        </p:sp>
        <p:sp>
          <p:nvSpPr>
            <p:cNvPr id="44" name="Google Shape;44;p21"/>
            <p:cNvSpPr/>
            <p:nvPr/>
          </p:nvSpPr>
          <p:spPr>
            <a:xfrm>
              <a:off x="874382" y="0"/>
              <a:ext cx="1646238" cy="6858000"/>
            </a:xfrm>
            <a:custGeom>
              <a:avLst/>
              <a:gdLst/>
              <a:ahLst/>
              <a:cxnLst/>
              <a:rect l="l" t="t" r="r" b="b"/>
              <a:pathLst>
                <a:path w="1037" h="4320" extrusionOk="0">
                  <a:moveTo>
                    <a:pt x="0" y="0"/>
                  </a:moveTo>
                  <a:lnTo>
                    <a:pt x="171" y="0"/>
                  </a:lnTo>
                  <a:lnTo>
                    <a:pt x="188" y="55"/>
                  </a:lnTo>
                  <a:lnTo>
                    <a:pt x="204" y="110"/>
                  </a:lnTo>
                  <a:lnTo>
                    <a:pt x="220" y="166"/>
                  </a:lnTo>
                  <a:lnTo>
                    <a:pt x="234" y="223"/>
                  </a:lnTo>
                  <a:lnTo>
                    <a:pt x="251" y="278"/>
                  </a:lnTo>
                  <a:lnTo>
                    <a:pt x="269" y="331"/>
                  </a:lnTo>
                  <a:lnTo>
                    <a:pt x="292" y="381"/>
                  </a:lnTo>
                  <a:lnTo>
                    <a:pt x="319" y="427"/>
                  </a:lnTo>
                  <a:lnTo>
                    <a:pt x="349" y="466"/>
                  </a:lnTo>
                  <a:lnTo>
                    <a:pt x="382" y="503"/>
                  </a:lnTo>
                  <a:lnTo>
                    <a:pt x="420" y="537"/>
                  </a:lnTo>
                  <a:lnTo>
                    <a:pt x="460" y="571"/>
                  </a:lnTo>
                  <a:lnTo>
                    <a:pt x="502" y="603"/>
                  </a:lnTo>
                  <a:lnTo>
                    <a:pt x="544" y="635"/>
                  </a:lnTo>
                  <a:lnTo>
                    <a:pt x="587" y="668"/>
                  </a:lnTo>
                  <a:lnTo>
                    <a:pt x="628" y="700"/>
                  </a:lnTo>
                  <a:lnTo>
                    <a:pt x="667" y="734"/>
                  </a:lnTo>
                  <a:lnTo>
                    <a:pt x="703" y="771"/>
                  </a:lnTo>
                  <a:lnTo>
                    <a:pt x="736" y="808"/>
                  </a:lnTo>
                  <a:lnTo>
                    <a:pt x="763" y="848"/>
                  </a:lnTo>
                  <a:lnTo>
                    <a:pt x="786" y="893"/>
                  </a:lnTo>
                  <a:lnTo>
                    <a:pt x="800" y="937"/>
                  </a:lnTo>
                  <a:lnTo>
                    <a:pt x="809" y="986"/>
                  </a:lnTo>
                  <a:lnTo>
                    <a:pt x="813" y="1034"/>
                  </a:lnTo>
                  <a:lnTo>
                    <a:pt x="812" y="1085"/>
                  </a:lnTo>
                  <a:lnTo>
                    <a:pt x="808" y="1136"/>
                  </a:lnTo>
                  <a:lnTo>
                    <a:pt x="803" y="1189"/>
                  </a:lnTo>
                  <a:lnTo>
                    <a:pt x="796" y="1242"/>
                  </a:lnTo>
                  <a:lnTo>
                    <a:pt x="788" y="1295"/>
                  </a:lnTo>
                  <a:lnTo>
                    <a:pt x="782" y="1348"/>
                  </a:lnTo>
                  <a:lnTo>
                    <a:pt x="778" y="1401"/>
                  </a:lnTo>
                  <a:lnTo>
                    <a:pt x="775" y="1452"/>
                  </a:lnTo>
                  <a:lnTo>
                    <a:pt x="778" y="1502"/>
                  </a:lnTo>
                  <a:lnTo>
                    <a:pt x="784" y="1551"/>
                  </a:lnTo>
                  <a:lnTo>
                    <a:pt x="797" y="1602"/>
                  </a:lnTo>
                  <a:lnTo>
                    <a:pt x="817" y="1652"/>
                  </a:lnTo>
                  <a:lnTo>
                    <a:pt x="841" y="1702"/>
                  </a:lnTo>
                  <a:lnTo>
                    <a:pt x="868" y="1752"/>
                  </a:lnTo>
                  <a:lnTo>
                    <a:pt x="896" y="1801"/>
                  </a:lnTo>
                  <a:lnTo>
                    <a:pt x="926" y="1851"/>
                  </a:lnTo>
                  <a:lnTo>
                    <a:pt x="953" y="1901"/>
                  </a:lnTo>
                  <a:lnTo>
                    <a:pt x="980" y="1952"/>
                  </a:lnTo>
                  <a:lnTo>
                    <a:pt x="1003" y="2003"/>
                  </a:lnTo>
                  <a:lnTo>
                    <a:pt x="1021" y="2054"/>
                  </a:lnTo>
                  <a:lnTo>
                    <a:pt x="1031" y="2106"/>
                  </a:lnTo>
                  <a:lnTo>
                    <a:pt x="1037" y="2160"/>
                  </a:lnTo>
                  <a:lnTo>
                    <a:pt x="1031" y="2214"/>
                  </a:lnTo>
                  <a:lnTo>
                    <a:pt x="1021" y="2266"/>
                  </a:lnTo>
                  <a:lnTo>
                    <a:pt x="1003" y="2317"/>
                  </a:lnTo>
                  <a:lnTo>
                    <a:pt x="980" y="2368"/>
                  </a:lnTo>
                  <a:lnTo>
                    <a:pt x="953" y="2419"/>
                  </a:lnTo>
                  <a:lnTo>
                    <a:pt x="926" y="2469"/>
                  </a:lnTo>
                  <a:lnTo>
                    <a:pt x="896" y="2519"/>
                  </a:lnTo>
                  <a:lnTo>
                    <a:pt x="868" y="2568"/>
                  </a:lnTo>
                  <a:lnTo>
                    <a:pt x="841" y="2618"/>
                  </a:lnTo>
                  <a:lnTo>
                    <a:pt x="817" y="2668"/>
                  </a:lnTo>
                  <a:lnTo>
                    <a:pt x="797" y="2718"/>
                  </a:lnTo>
                  <a:lnTo>
                    <a:pt x="784" y="2769"/>
                  </a:lnTo>
                  <a:lnTo>
                    <a:pt x="778" y="2818"/>
                  </a:lnTo>
                  <a:lnTo>
                    <a:pt x="775" y="2868"/>
                  </a:lnTo>
                  <a:lnTo>
                    <a:pt x="778" y="2919"/>
                  </a:lnTo>
                  <a:lnTo>
                    <a:pt x="782" y="2972"/>
                  </a:lnTo>
                  <a:lnTo>
                    <a:pt x="788" y="3025"/>
                  </a:lnTo>
                  <a:lnTo>
                    <a:pt x="796" y="3078"/>
                  </a:lnTo>
                  <a:lnTo>
                    <a:pt x="803" y="3131"/>
                  </a:lnTo>
                  <a:lnTo>
                    <a:pt x="808" y="3184"/>
                  </a:lnTo>
                  <a:lnTo>
                    <a:pt x="812" y="3235"/>
                  </a:lnTo>
                  <a:lnTo>
                    <a:pt x="813" y="3286"/>
                  </a:lnTo>
                  <a:lnTo>
                    <a:pt x="809" y="3334"/>
                  </a:lnTo>
                  <a:lnTo>
                    <a:pt x="800" y="3383"/>
                  </a:lnTo>
                  <a:lnTo>
                    <a:pt x="786" y="3427"/>
                  </a:lnTo>
                  <a:lnTo>
                    <a:pt x="763" y="3472"/>
                  </a:lnTo>
                  <a:lnTo>
                    <a:pt x="736" y="3512"/>
                  </a:lnTo>
                  <a:lnTo>
                    <a:pt x="703" y="3549"/>
                  </a:lnTo>
                  <a:lnTo>
                    <a:pt x="667" y="3586"/>
                  </a:lnTo>
                  <a:lnTo>
                    <a:pt x="628" y="3620"/>
                  </a:lnTo>
                  <a:lnTo>
                    <a:pt x="587" y="3652"/>
                  </a:lnTo>
                  <a:lnTo>
                    <a:pt x="544" y="3685"/>
                  </a:lnTo>
                  <a:lnTo>
                    <a:pt x="502" y="3717"/>
                  </a:lnTo>
                  <a:lnTo>
                    <a:pt x="460" y="3749"/>
                  </a:lnTo>
                  <a:lnTo>
                    <a:pt x="420" y="3783"/>
                  </a:lnTo>
                  <a:lnTo>
                    <a:pt x="382" y="3817"/>
                  </a:lnTo>
                  <a:lnTo>
                    <a:pt x="349" y="3854"/>
                  </a:lnTo>
                  <a:lnTo>
                    <a:pt x="319" y="3893"/>
                  </a:lnTo>
                  <a:lnTo>
                    <a:pt x="292" y="3939"/>
                  </a:lnTo>
                  <a:lnTo>
                    <a:pt x="269" y="3989"/>
                  </a:lnTo>
                  <a:lnTo>
                    <a:pt x="251" y="4042"/>
                  </a:lnTo>
                  <a:lnTo>
                    <a:pt x="234" y="4097"/>
                  </a:lnTo>
                  <a:lnTo>
                    <a:pt x="220" y="4154"/>
                  </a:lnTo>
                  <a:lnTo>
                    <a:pt x="204" y="4210"/>
                  </a:lnTo>
                  <a:lnTo>
                    <a:pt x="188" y="4265"/>
                  </a:lnTo>
                  <a:lnTo>
                    <a:pt x="171" y="4320"/>
                  </a:lnTo>
                  <a:lnTo>
                    <a:pt x="0" y="4320"/>
                  </a:lnTo>
                  <a:lnTo>
                    <a:pt x="17" y="4278"/>
                  </a:lnTo>
                  <a:lnTo>
                    <a:pt x="33" y="4232"/>
                  </a:lnTo>
                  <a:lnTo>
                    <a:pt x="46" y="4183"/>
                  </a:lnTo>
                  <a:lnTo>
                    <a:pt x="60" y="4131"/>
                  </a:lnTo>
                  <a:lnTo>
                    <a:pt x="75" y="4075"/>
                  </a:lnTo>
                  <a:lnTo>
                    <a:pt x="90" y="4019"/>
                  </a:lnTo>
                  <a:lnTo>
                    <a:pt x="109" y="3964"/>
                  </a:lnTo>
                  <a:lnTo>
                    <a:pt x="129" y="3909"/>
                  </a:lnTo>
                  <a:lnTo>
                    <a:pt x="156" y="3855"/>
                  </a:lnTo>
                  <a:lnTo>
                    <a:pt x="186" y="3804"/>
                  </a:lnTo>
                  <a:lnTo>
                    <a:pt x="222" y="3756"/>
                  </a:lnTo>
                  <a:lnTo>
                    <a:pt x="261" y="3713"/>
                  </a:lnTo>
                  <a:lnTo>
                    <a:pt x="303" y="3672"/>
                  </a:lnTo>
                  <a:lnTo>
                    <a:pt x="348" y="3634"/>
                  </a:lnTo>
                  <a:lnTo>
                    <a:pt x="392" y="3599"/>
                  </a:lnTo>
                  <a:lnTo>
                    <a:pt x="438" y="3565"/>
                  </a:lnTo>
                  <a:lnTo>
                    <a:pt x="482" y="3531"/>
                  </a:lnTo>
                  <a:lnTo>
                    <a:pt x="523" y="3499"/>
                  </a:lnTo>
                  <a:lnTo>
                    <a:pt x="561" y="3466"/>
                  </a:lnTo>
                  <a:lnTo>
                    <a:pt x="594" y="3434"/>
                  </a:lnTo>
                  <a:lnTo>
                    <a:pt x="620" y="3400"/>
                  </a:lnTo>
                  <a:lnTo>
                    <a:pt x="638" y="3367"/>
                  </a:lnTo>
                  <a:lnTo>
                    <a:pt x="647" y="3336"/>
                  </a:lnTo>
                  <a:lnTo>
                    <a:pt x="652" y="3302"/>
                  </a:lnTo>
                  <a:lnTo>
                    <a:pt x="654" y="3265"/>
                  </a:lnTo>
                  <a:lnTo>
                    <a:pt x="651" y="3224"/>
                  </a:lnTo>
                  <a:lnTo>
                    <a:pt x="647" y="3181"/>
                  </a:lnTo>
                  <a:lnTo>
                    <a:pt x="642" y="3137"/>
                  </a:lnTo>
                  <a:lnTo>
                    <a:pt x="637" y="3091"/>
                  </a:lnTo>
                  <a:lnTo>
                    <a:pt x="626" y="3021"/>
                  </a:lnTo>
                  <a:lnTo>
                    <a:pt x="620" y="2952"/>
                  </a:lnTo>
                  <a:lnTo>
                    <a:pt x="616" y="2881"/>
                  </a:lnTo>
                  <a:lnTo>
                    <a:pt x="618" y="2809"/>
                  </a:lnTo>
                  <a:lnTo>
                    <a:pt x="628" y="2737"/>
                  </a:lnTo>
                  <a:lnTo>
                    <a:pt x="642" y="2681"/>
                  </a:lnTo>
                  <a:lnTo>
                    <a:pt x="661" y="2626"/>
                  </a:lnTo>
                  <a:lnTo>
                    <a:pt x="685" y="2574"/>
                  </a:lnTo>
                  <a:lnTo>
                    <a:pt x="711" y="2521"/>
                  </a:lnTo>
                  <a:lnTo>
                    <a:pt x="739" y="2472"/>
                  </a:lnTo>
                  <a:lnTo>
                    <a:pt x="767" y="2423"/>
                  </a:lnTo>
                  <a:lnTo>
                    <a:pt x="791" y="2381"/>
                  </a:lnTo>
                  <a:lnTo>
                    <a:pt x="813" y="2342"/>
                  </a:lnTo>
                  <a:lnTo>
                    <a:pt x="834" y="2303"/>
                  </a:lnTo>
                  <a:lnTo>
                    <a:pt x="851" y="2265"/>
                  </a:lnTo>
                  <a:lnTo>
                    <a:pt x="864" y="2228"/>
                  </a:lnTo>
                  <a:lnTo>
                    <a:pt x="873" y="2194"/>
                  </a:lnTo>
                  <a:lnTo>
                    <a:pt x="876" y="2160"/>
                  </a:lnTo>
                  <a:lnTo>
                    <a:pt x="873" y="2126"/>
                  </a:lnTo>
                  <a:lnTo>
                    <a:pt x="864" y="2092"/>
                  </a:lnTo>
                  <a:lnTo>
                    <a:pt x="851" y="2055"/>
                  </a:lnTo>
                  <a:lnTo>
                    <a:pt x="834" y="2017"/>
                  </a:lnTo>
                  <a:lnTo>
                    <a:pt x="813" y="1978"/>
                  </a:lnTo>
                  <a:lnTo>
                    <a:pt x="791" y="1939"/>
                  </a:lnTo>
                  <a:lnTo>
                    <a:pt x="767" y="1897"/>
                  </a:lnTo>
                  <a:lnTo>
                    <a:pt x="739" y="1848"/>
                  </a:lnTo>
                  <a:lnTo>
                    <a:pt x="711" y="1799"/>
                  </a:lnTo>
                  <a:lnTo>
                    <a:pt x="685" y="1746"/>
                  </a:lnTo>
                  <a:lnTo>
                    <a:pt x="661" y="1694"/>
                  </a:lnTo>
                  <a:lnTo>
                    <a:pt x="642" y="1639"/>
                  </a:lnTo>
                  <a:lnTo>
                    <a:pt x="628" y="1583"/>
                  </a:lnTo>
                  <a:lnTo>
                    <a:pt x="618" y="1511"/>
                  </a:lnTo>
                  <a:lnTo>
                    <a:pt x="616" y="1439"/>
                  </a:lnTo>
                  <a:lnTo>
                    <a:pt x="620" y="1368"/>
                  </a:lnTo>
                  <a:lnTo>
                    <a:pt x="626" y="1299"/>
                  </a:lnTo>
                  <a:lnTo>
                    <a:pt x="637" y="1229"/>
                  </a:lnTo>
                  <a:lnTo>
                    <a:pt x="642" y="1183"/>
                  </a:lnTo>
                  <a:lnTo>
                    <a:pt x="647" y="1139"/>
                  </a:lnTo>
                  <a:lnTo>
                    <a:pt x="651" y="1096"/>
                  </a:lnTo>
                  <a:lnTo>
                    <a:pt x="654" y="1055"/>
                  </a:lnTo>
                  <a:lnTo>
                    <a:pt x="652" y="1018"/>
                  </a:lnTo>
                  <a:lnTo>
                    <a:pt x="647" y="984"/>
                  </a:lnTo>
                  <a:lnTo>
                    <a:pt x="638" y="953"/>
                  </a:lnTo>
                  <a:lnTo>
                    <a:pt x="620" y="920"/>
                  </a:lnTo>
                  <a:lnTo>
                    <a:pt x="594" y="886"/>
                  </a:lnTo>
                  <a:lnTo>
                    <a:pt x="561" y="854"/>
                  </a:lnTo>
                  <a:lnTo>
                    <a:pt x="523" y="822"/>
                  </a:lnTo>
                  <a:lnTo>
                    <a:pt x="482" y="789"/>
                  </a:lnTo>
                  <a:lnTo>
                    <a:pt x="438" y="755"/>
                  </a:lnTo>
                  <a:lnTo>
                    <a:pt x="392" y="721"/>
                  </a:lnTo>
                  <a:lnTo>
                    <a:pt x="348" y="686"/>
                  </a:lnTo>
                  <a:lnTo>
                    <a:pt x="303" y="648"/>
                  </a:lnTo>
                  <a:lnTo>
                    <a:pt x="261" y="607"/>
                  </a:lnTo>
                  <a:lnTo>
                    <a:pt x="222" y="564"/>
                  </a:lnTo>
                  <a:lnTo>
                    <a:pt x="186" y="516"/>
                  </a:lnTo>
                  <a:lnTo>
                    <a:pt x="156" y="465"/>
                  </a:lnTo>
                  <a:lnTo>
                    <a:pt x="129" y="411"/>
                  </a:lnTo>
                  <a:lnTo>
                    <a:pt x="109" y="356"/>
                  </a:lnTo>
                  <a:lnTo>
                    <a:pt x="90" y="301"/>
                  </a:lnTo>
                  <a:lnTo>
                    <a:pt x="75" y="245"/>
                  </a:lnTo>
                  <a:lnTo>
                    <a:pt x="60" y="189"/>
                  </a:lnTo>
                  <a:lnTo>
                    <a:pt x="46" y="137"/>
                  </a:lnTo>
                  <a:lnTo>
                    <a:pt x="33" y="88"/>
                  </a:lnTo>
                  <a:lnTo>
                    <a:pt x="17" y="42"/>
                  </a:lnTo>
                  <a:lnTo>
                    <a:pt x="0" y="0"/>
                  </a:lnTo>
                  <a:lnTo>
                    <a:pt x="0" y="0"/>
                  </a:lnTo>
                  <a:close/>
                </a:path>
              </a:pathLst>
            </a:custGeom>
            <a:solidFill>
              <a:schemeClr val="accent1"/>
            </a:solidFill>
            <a:ln>
              <a:noFill/>
            </a:ln>
          </p:spPr>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5"/>
        <p:cNvGrpSpPr/>
        <p:nvPr/>
      </p:nvGrpSpPr>
      <p:grpSpPr>
        <a:xfrm>
          <a:off x="0" y="0"/>
          <a:ext cx="0" cy="0"/>
          <a:chOff x="0" y="0"/>
          <a:chExt cx="0" cy="0"/>
        </a:xfrm>
      </p:grpSpPr>
      <p:sp>
        <p:nvSpPr>
          <p:cNvPr id="46" name="Google Shape;46;p22"/>
          <p:cNvSpPr txBox="1">
            <a:spLocks noGrp="1"/>
          </p:cNvSpPr>
          <p:nvPr>
            <p:ph type="title"/>
          </p:nvPr>
        </p:nvSpPr>
        <p:spPr>
          <a:xfrm>
            <a:off x="1251678" y="382385"/>
            <a:ext cx="10178322" cy="1492132"/>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2"/>
          <p:cNvSpPr txBox="1">
            <a:spLocks noGrp="1"/>
          </p:cNvSpPr>
          <p:nvPr>
            <p:ph type="body" idx="1"/>
          </p:nvPr>
        </p:nvSpPr>
        <p:spPr>
          <a:xfrm>
            <a:off x="1257300" y="2286000"/>
            <a:ext cx="4800600" cy="3619500"/>
          </a:xfrm>
          <a:prstGeom prst="rect">
            <a:avLst/>
          </a:prstGeom>
          <a:noFill/>
          <a:ln>
            <a:noFill/>
          </a:ln>
        </p:spPr>
        <p:txBody>
          <a:bodyPr spcFirstLastPara="1" wrap="square" lIns="91425" tIns="45700" rIns="91425" bIns="45700" anchor="t" anchorCtr="0">
            <a:normAutofit/>
          </a:bodyPr>
          <a:lstStyle>
            <a:lvl1pPr marL="457200" lvl="0" indent="-342900" algn="l">
              <a:lnSpc>
                <a:spcPct val="110000"/>
              </a:lnSpc>
              <a:spcBef>
                <a:spcPts val="700"/>
              </a:spcBef>
              <a:spcAft>
                <a:spcPts val="0"/>
              </a:spcAft>
              <a:buSzPts val="1800"/>
              <a:buChar char="•"/>
              <a:defRPr/>
            </a:lvl1pPr>
            <a:lvl2pPr marL="914400" lvl="1" indent="-342900" algn="l">
              <a:lnSpc>
                <a:spcPct val="110000"/>
              </a:lnSpc>
              <a:spcBef>
                <a:spcPts val="700"/>
              </a:spcBef>
              <a:spcAft>
                <a:spcPts val="0"/>
              </a:spcAft>
              <a:buSzPts val="1800"/>
              <a:buChar char="–"/>
              <a:defRPr/>
            </a:lvl2pPr>
            <a:lvl3pPr marL="1371600" lvl="2" indent="-342900" algn="l">
              <a:lnSpc>
                <a:spcPct val="110000"/>
              </a:lnSpc>
              <a:spcBef>
                <a:spcPts val="700"/>
              </a:spcBef>
              <a:spcAft>
                <a:spcPts val="0"/>
              </a:spcAft>
              <a:buSzPts val="1800"/>
              <a:buChar char="•"/>
              <a:defRPr/>
            </a:lvl3pPr>
            <a:lvl4pPr marL="1828800" lvl="3" indent="-342900" algn="l">
              <a:lnSpc>
                <a:spcPct val="110000"/>
              </a:lnSpc>
              <a:spcBef>
                <a:spcPts val="700"/>
              </a:spcBef>
              <a:spcAft>
                <a:spcPts val="0"/>
              </a:spcAft>
              <a:buSzPts val="1800"/>
              <a:buChar char="–"/>
              <a:defRPr/>
            </a:lvl4pPr>
            <a:lvl5pPr marL="2286000" lvl="4" indent="-342900" algn="l">
              <a:lnSpc>
                <a:spcPct val="110000"/>
              </a:lnSpc>
              <a:spcBef>
                <a:spcPts val="700"/>
              </a:spcBef>
              <a:spcAft>
                <a:spcPts val="0"/>
              </a:spcAft>
              <a:buSzPts val="1800"/>
              <a:buChar char="•"/>
              <a:defRPr/>
            </a:lvl5pPr>
            <a:lvl6pPr marL="2743200" lvl="5" indent="-342900" algn="l">
              <a:lnSpc>
                <a:spcPct val="110000"/>
              </a:lnSpc>
              <a:spcBef>
                <a:spcPts val="700"/>
              </a:spcBef>
              <a:spcAft>
                <a:spcPts val="0"/>
              </a:spcAft>
              <a:buSzPts val="1800"/>
              <a:buChar char="–"/>
              <a:defRPr/>
            </a:lvl6pPr>
            <a:lvl7pPr marL="3200400" lvl="6" indent="-342900" algn="l">
              <a:lnSpc>
                <a:spcPct val="110000"/>
              </a:lnSpc>
              <a:spcBef>
                <a:spcPts val="700"/>
              </a:spcBef>
              <a:spcAft>
                <a:spcPts val="0"/>
              </a:spcAft>
              <a:buSzPts val="1800"/>
              <a:buChar char="•"/>
              <a:defRPr/>
            </a:lvl7pPr>
            <a:lvl8pPr marL="3657600" lvl="7" indent="-342900" algn="l">
              <a:lnSpc>
                <a:spcPct val="110000"/>
              </a:lnSpc>
              <a:spcBef>
                <a:spcPts val="700"/>
              </a:spcBef>
              <a:spcAft>
                <a:spcPts val="0"/>
              </a:spcAft>
              <a:buSzPts val="1800"/>
              <a:buChar char="–"/>
              <a:defRPr/>
            </a:lvl8pPr>
            <a:lvl9pPr marL="4114800" lvl="8" indent="-342900" algn="l">
              <a:lnSpc>
                <a:spcPct val="110000"/>
              </a:lnSpc>
              <a:spcBef>
                <a:spcPts val="700"/>
              </a:spcBef>
              <a:spcAft>
                <a:spcPts val="0"/>
              </a:spcAft>
              <a:buSzPts val="1800"/>
              <a:buChar char="•"/>
              <a:defRPr/>
            </a:lvl9pPr>
          </a:lstStyle>
          <a:p>
            <a:endParaRPr/>
          </a:p>
        </p:txBody>
      </p:sp>
      <p:sp>
        <p:nvSpPr>
          <p:cNvPr id="48" name="Google Shape;48;p22"/>
          <p:cNvSpPr txBox="1">
            <a:spLocks noGrp="1"/>
          </p:cNvSpPr>
          <p:nvPr>
            <p:ph type="body" idx="2"/>
          </p:nvPr>
        </p:nvSpPr>
        <p:spPr>
          <a:xfrm>
            <a:off x="6647796" y="2286000"/>
            <a:ext cx="4800600" cy="3619500"/>
          </a:xfrm>
          <a:prstGeom prst="rect">
            <a:avLst/>
          </a:prstGeom>
          <a:noFill/>
          <a:ln>
            <a:noFill/>
          </a:ln>
        </p:spPr>
        <p:txBody>
          <a:bodyPr spcFirstLastPara="1" wrap="square" lIns="91425" tIns="45700" rIns="91425" bIns="45700" anchor="t" anchorCtr="0">
            <a:normAutofit/>
          </a:bodyPr>
          <a:lstStyle>
            <a:lvl1pPr marL="457200" lvl="0" indent="-342900" algn="l">
              <a:lnSpc>
                <a:spcPct val="110000"/>
              </a:lnSpc>
              <a:spcBef>
                <a:spcPts val="700"/>
              </a:spcBef>
              <a:spcAft>
                <a:spcPts val="0"/>
              </a:spcAft>
              <a:buSzPts val="1800"/>
              <a:buChar char="•"/>
              <a:defRPr/>
            </a:lvl1pPr>
            <a:lvl2pPr marL="914400" lvl="1" indent="-342900" algn="l">
              <a:lnSpc>
                <a:spcPct val="110000"/>
              </a:lnSpc>
              <a:spcBef>
                <a:spcPts val="700"/>
              </a:spcBef>
              <a:spcAft>
                <a:spcPts val="0"/>
              </a:spcAft>
              <a:buSzPts val="1800"/>
              <a:buChar char="–"/>
              <a:defRPr/>
            </a:lvl2pPr>
            <a:lvl3pPr marL="1371600" lvl="2" indent="-342900" algn="l">
              <a:lnSpc>
                <a:spcPct val="110000"/>
              </a:lnSpc>
              <a:spcBef>
                <a:spcPts val="700"/>
              </a:spcBef>
              <a:spcAft>
                <a:spcPts val="0"/>
              </a:spcAft>
              <a:buSzPts val="1800"/>
              <a:buChar char="•"/>
              <a:defRPr/>
            </a:lvl3pPr>
            <a:lvl4pPr marL="1828800" lvl="3" indent="-342900" algn="l">
              <a:lnSpc>
                <a:spcPct val="110000"/>
              </a:lnSpc>
              <a:spcBef>
                <a:spcPts val="700"/>
              </a:spcBef>
              <a:spcAft>
                <a:spcPts val="0"/>
              </a:spcAft>
              <a:buSzPts val="1800"/>
              <a:buChar char="–"/>
              <a:defRPr/>
            </a:lvl4pPr>
            <a:lvl5pPr marL="2286000" lvl="4" indent="-342900" algn="l">
              <a:lnSpc>
                <a:spcPct val="110000"/>
              </a:lnSpc>
              <a:spcBef>
                <a:spcPts val="700"/>
              </a:spcBef>
              <a:spcAft>
                <a:spcPts val="0"/>
              </a:spcAft>
              <a:buSzPts val="1800"/>
              <a:buChar char="•"/>
              <a:defRPr/>
            </a:lvl5pPr>
            <a:lvl6pPr marL="2743200" lvl="5" indent="-342900" algn="l">
              <a:lnSpc>
                <a:spcPct val="110000"/>
              </a:lnSpc>
              <a:spcBef>
                <a:spcPts val="700"/>
              </a:spcBef>
              <a:spcAft>
                <a:spcPts val="0"/>
              </a:spcAft>
              <a:buSzPts val="1800"/>
              <a:buChar char="–"/>
              <a:defRPr/>
            </a:lvl6pPr>
            <a:lvl7pPr marL="3200400" lvl="6" indent="-342900" algn="l">
              <a:lnSpc>
                <a:spcPct val="110000"/>
              </a:lnSpc>
              <a:spcBef>
                <a:spcPts val="700"/>
              </a:spcBef>
              <a:spcAft>
                <a:spcPts val="0"/>
              </a:spcAft>
              <a:buSzPts val="1800"/>
              <a:buChar char="•"/>
              <a:defRPr/>
            </a:lvl7pPr>
            <a:lvl8pPr marL="3657600" lvl="7" indent="-342900" algn="l">
              <a:lnSpc>
                <a:spcPct val="110000"/>
              </a:lnSpc>
              <a:spcBef>
                <a:spcPts val="700"/>
              </a:spcBef>
              <a:spcAft>
                <a:spcPts val="0"/>
              </a:spcAft>
              <a:buSzPts val="1800"/>
              <a:buChar char="–"/>
              <a:defRPr/>
            </a:lvl8pPr>
            <a:lvl9pPr marL="4114800" lvl="8" indent="-342900" algn="l">
              <a:lnSpc>
                <a:spcPct val="110000"/>
              </a:lnSpc>
              <a:spcBef>
                <a:spcPts val="700"/>
              </a:spcBef>
              <a:spcAft>
                <a:spcPts val="0"/>
              </a:spcAft>
              <a:buSzPts val="1800"/>
              <a:buChar char="•"/>
              <a:defRPr/>
            </a:lvl9pPr>
          </a:lstStyle>
          <a:p>
            <a:endParaRPr/>
          </a:p>
        </p:txBody>
      </p:sp>
      <p:sp>
        <p:nvSpPr>
          <p:cNvPr id="49" name="Google Shape;49;p22"/>
          <p:cNvSpPr txBox="1">
            <a:spLocks noGrp="1"/>
          </p:cNvSpPr>
          <p:nvPr>
            <p:ph type="dt" idx="10"/>
          </p:nvPr>
        </p:nvSpPr>
        <p:spPr>
          <a:xfrm>
            <a:off x="1251678" y="6375679"/>
            <a:ext cx="2329722" cy="348462"/>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0" name="Google Shape;50;p22"/>
          <p:cNvSpPr txBox="1">
            <a:spLocks noGrp="1"/>
          </p:cNvSpPr>
          <p:nvPr>
            <p:ph type="ftr" idx="11"/>
          </p:nvPr>
        </p:nvSpPr>
        <p:spPr>
          <a:xfrm>
            <a:off x="4038600" y="6375679"/>
            <a:ext cx="4114800" cy="345796"/>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1" name="Google Shape;51;p22"/>
          <p:cNvSpPr txBox="1">
            <a:spLocks noGrp="1"/>
          </p:cNvSpPr>
          <p:nvPr>
            <p:ph type="sldNum" idx="12"/>
          </p:nvPr>
        </p:nvSpPr>
        <p:spPr>
          <a:xfrm>
            <a:off x="8610601" y="6375679"/>
            <a:ext cx="2819399" cy="345796"/>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2"/>
        <p:cNvGrpSpPr/>
        <p:nvPr/>
      </p:nvGrpSpPr>
      <p:grpSpPr>
        <a:xfrm>
          <a:off x="0" y="0"/>
          <a:ext cx="0" cy="0"/>
          <a:chOff x="0" y="0"/>
          <a:chExt cx="0" cy="0"/>
        </a:xfrm>
      </p:grpSpPr>
      <p:sp>
        <p:nvSpPr>
          <p:cNvPr id="53" name="Google Shape;53;p23"/>
          <p:cNvSpPr txBox="1">
            <a:spLocks noGrp="1"/>
          </p:cNvSpPr>
          <p:nvPr>
            <p:ph type="title"/>
          </p:nvPr>
        </p:nvSpPr>
        <p:spPr>
          <a:xfrm>
            <a:off x="1251678" y="382385"/>
            <a:ext cx="10178322" cy="1492132"/>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4" name="Google Shape;54;p23"/>
          <p:cNvSpPr txBox="1">
            <a:spLocks noGrp="1"/>
          </p:cNvSpPr>
          <p:nvPr>
            <p:ph type="dt" idx="10"/>
          </p:nvPr>
        </p:nvSpPr>
        <p:spPr>
          <a:xfrm>
            <a:off x="1251678" y="6375679"/>
            <a:ext cx="2329722" cy="348462"/>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5" name="Google Shape;55;p23"/>
          <p:cNvSpPr txBox="1">
            <a:spLocks noGrp="1"/>
          </p:cNvSpPr>
          <p:nvPr>
            <p:ph type="ftr" idx="11"/>
          </p:nvPr>
        </p:nvSpPr>
        <p:spPr>
          <a:xfrm>
            <a:off x="4038600" y="6375679"/>
            <a:ext cx="4114800" cy="345796"/>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23"/>
          <p:cNvSpPr txBox="1">
            <a:spLocks noGrp="1"/>
          </p:cNvSpPr>
          <p:nvPr>
            <p:ph type="sldNum" idx="12"/>
          </p:nvPr>
        </p:nvSpPr>
        <p:spPr>
          <a:xfrm>
            <a:off x="8610601" y="6375679"/>
            <a:ext cx="2819399" cy="345796"/>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matchingName="Content with Caption" type="objTx">
  <p:cSld name="OBJECT_WITH_CAPTION_TEXT">
    <p:spTree>
      <p:nvGrpSpPr>
        <p:cNvPr id="1" name="Shape 61"/>
        <p:cNvGrpSpPr/>
        <p:nvPr/>
      </p:nvGrpSpPr>
      <p:grpSpPr>
        <a:xfrm>
          <a:off x="0" y="0"/>
          <a:ext cx="0" cy="0"/>
          <a:chOff x="0" y="0"/>
          <a:chExt cx="0" cy="0"/>
        </a:xfrm>
      </p:grpSpPr>
      <p:sp>
        <p:nvSpPr>
          <p:cNvPr id="62" name="Google Shape;62;p25"/>
          <p:cNvSpPr/>
          <p:nvPr/>
        </p:nvSpPr>
        <p:spPr>
          <a:xfrm>
            <a:off x="7389812" y="0"/>
            <a:ext cx="4802188" cy="6858000"/>
          </a:xfrm>
          <a:custGeom>
            <a:avLst/>
            <a:gdLst/>
            <a:ahLst/>
            <a:cxnLst/>
            <a:rect l="l" t="t" r="r" b="b"/>
            <a:pathLst>
              <a:path w="3025" h="4320" extrusionOk="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dk2"/>
          </a:solidFill>
          <a:ln>
            <a:noFill/>
          </a:ln>
        </p:spPr>
      </p:sp>
      <p:sp>
        <p:nvSpPr>
          <p:cNvPr id="63" name="Google Shape;63;p25"/>
          <p:cNvSpPr txBox="1">
            <a:spLocks noGrp="1"/>
          </p:cNvSpPr>
          <p:nvPr>
            <p:ph type="title"/>
          </p:nvPr>
        </p:nvSpPr>
        <p:spPr>
          <a:xfrm>
            <a:off x="8337884" y="457199"/>
            <a:ext cx="3092115" cy="1196671"/>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accent1"/>
              </a:buClr>
              <a:buSzPts val="1900"/>
              <a:buFont typeface="Gill Sans"/>
              <a:buNone/>
              <a:defRPr sz="1900" b="1" i="0" cap="none">
                <a:solidFill>
                  <a:schemeClr val="accent1"/>
                </a:solidFill>
                <a:latin typeface="Gill Sans"/>
                <a:ea typeface="Gill Sans"/>
                <a:cs typeface="Gill Sans"/>
                <a:sym typeface="Gill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4" name="Google Shape;64;p25"/>
          <p:cNvSpPr txBox="1">
            <a:spLocks noGrp="1"/>
          </p:cNvSpPr>
          <p:nvPr>
            <p:ph type="body" idx="1"/>
          </p:nvPr>
        </p:nvSpPr>
        <p:spPr>
          <a:xfrm>
            <a:off x="765051" y="920377"/>
            <a:ext cx="6158418" cy="4985124"/>
          </a:xfrm>
          <a:prstGeom prst="rect">
            <a:avLst/>
          </a:prstGeom>
          <a:noFill/>
          <a:ln>
            <a:noFill/>
          </a:ln>
        </p:spPr>
        <p:txBody>
          <a:bodyPr spcFirstLastPara="1" wrap="square" lIns="91425" tIns="45700" rIns="91425" bIns="45700" anchor="t" anchorCtr="0">
            <a:normAutofit/>
          </a:bodyPr>
          <a:lstStyle>
            <a:lvl1pPr marL="457200" lvl="0" indent="-431800" algn="l">
              <a:lnSpc>
                <a:spcPct val="110000"/>
              </a:lnSpc>
              <a:spcBef>
                <a:spcPts val="700"/>
              </a:spcBef>
              <a:spcAft>
                <a:spcPts val="0"/>
              </a:spcAft>
              <a:buSzPts val="3200"/>
              <a:buChar char="•"/>
              <a:defRPr sz="3200"/>
            </a:lvl1pPr>
            <a:lvl2pPr marL="914400" lvl="1" indent="-406400" algn="l">
              <a:lnSpc>
                <a:spcPct val="110000"/>
              </a:lnSpc>
              <a:spcBef>
                <a:spcPts val="700"/>
              </a:spcBef>
              <a:spcAft>
                <a:spcPts val="0"/>
              </a:spcAft>
              <a:buSzPts val="2800"/>
              <a:buChar char="–"/>
              <a:defRPr sz="2800"/>
            </a:lvl2pPr>
            <a:lvl3pPr marL="1371600" lvl="2" indent="-381000" algn="l">
              <a:lnSpc>
                <a:spcPct val="110000"/>
              </a:lnSpc>
              <a:spcBef>
                <a:spcPts val="700"/>
              </a:spcBef>
              <a:spcAft>
                <a:spcPts val="0"/>
              </a:spcAft>
              <a:buSzPts val="2400"/>
              <a:buChar char="•"/>
              <a:defRPr sz="2400"/>
            </a:lvl3pPr>
            <a:lvl4pPr marL="1828800" lvl="3" indent="-355600" algn="l">
              <a:lnSpc>
                <a:spcPct val="110000"/>
              </a:lnSpc>
              <a:spcBef>
                <a:spcPts val="700"/>
              </a:spcBef>
              <a:spcAft>
                <a:spcPts val="0"/>
              </a:spcAft>
              <a:buSzPts val="2000"/>
              <a:buChar char="–"/>
              <a:defRPr sz="2000"/>
            </a:lvl4pPr>
            <a:lvl5pPr marL="2286000" lvl="4" indent="-355600" algn="l">
              <a:lnSpc>
                <a:spcPct val="110000"/>
              </a:lnSpc>
              <a:spcBef>
                <a:spcPts val="700"/>
              </a:spcBef>
              <a:spcAft>
                <a:spcPts val="0"/>
              </a:spcAft>
              <a:buSzPts val="2000"/>
              <a:buChar char="•"/>
              <a:defRPr sz="2000"/>
            </a:lvl5pPr>
            <a:lvl6pPr marL="2743200" lvl="5" indent="-355600" algn="l">
              <a:lnSpc>
                <a:spcPct val="110000"/>
              </a:lnSpc>
              <a:spcBef>
                <a:spcPts val="700"/>
              </a:spcBef>
              <a:spcAft>
                <a:spcPts val="0"/>
              </a:spcAft>
              <a:buSzPts val="2000"/>
              <a:buChar char="–"/>
              <a:defRPr sz="2000"/>
            </a:lvl6pPr>
            <a:lvl7pPr marL="3200400" lvl="6" indent="-355600" algn="l">
              <a:lnSpc>
                <a:spcPct val="110000"/>
              </a:lnSpc>
              <a:spcBef>
                <a:spcPts val="700"/>
              </a:spcBef>
              <a:spcAft>
                <a:spcPts val="0"/>
              </a:spcAft>
              <a:buSzPts val="2000"/>
              <a:buChar char="•"/>
              <a:defRPr sz="2000"/>
            </a:lvl7pPr>
            <a:lvl8pPr marL="3657600" lvl="7" indent="-355600" algn="l">
              <a:lnSpc>
                <a:spcPct val="110000"/>
              </a:lnSpc>
              <a:spcBef>
                <a:spcPts val="700"/>
              </a:spcBef>
              <a:spcAft>
                <a:spcPts val="0"/>
              </a:spcAft>
              <a:buSzPts val="2000"/>
              <a:buChar char="–"/>
              <a:defRPr sz="2000"/>
            </a:lvl8pPr>
            <a:lvl9pPr marL="4114800" lvl="8" indent="-355600" algn="l">
              <a:lnSpc>
                <a:spcPct val="110000"/>
              </a:lnSpc>
              <a:spcBef>
                <a:spcPts val="700"/>
              </a:spcBef>
              <a:spcAft>
                <a:spcPts val="0"/>
              </a:spcAft>
              <a:buSzPts val="2000"/>
              <a:buChar char="•"/>
              <a:defRPr sz="2000"/>
            </a:lvl9pPr>
          </a:lstStyle>
          <a:p>
            <a:endParaRPr/>
          </a:p>
        </p:txBody>
      </p:sp>
      <p:sp>
        <p:nvSpPr>
          <p:cNvPr id="65" name="Google Shape;65;p25"/>
          <p:cNvSpPr txBox="1">
            <a:spLocks noGrp="1"/>
          </p:cNvSpPr>
          <p:nvPr>
            <p:ph type="body" idx="2"/>
          </p:nvPr>
        </p:nvSpPr>
        <p:spPr>
          <a:xfrm>
            <a:off x="8337885" y="1741336"/>
            <a:ext cx="3092115" cy="4164164"/>
          </a:xfrm>
          <a:prstGeom prst="rect">
            <a:avLst/>
          </a:prstGeom>
          <a:noFill/>
          <a:ln>
            <a:noFill/>
          </a:ln>
        </p:spPr>
        <p:txBody>
          <a:bodyPr spcFirstLastPara="1" wrap="square" lIns="91425" tIns="45700" rIns="91425" bIns="45700" anchor="t" anchorCtr="0">
            <a:normAutofit/>
          </a:bodyPr>
          <a:lstStyle>
            <a:lvl1pPr marL="457200" lvl="0" indent="-228600" algn="l">
              <a:lnSpc>
                <a:spcPct val="120000"/>
              </a:lnSpc>
              <a:spcBef>
                <a:spcPts val="1200"/>
              </a:spcBef>
              <a:spcAft>
                <a:spcPts val="0"/>
              </a:spcAft>
              <a:buSzPts val="1600"/>
              <a:buNone/>
              <a:defRPr sz="1600">
                <a:solidFill>
                  <a:schemeClr val="lt2"/>
                </a:solidFill>
              </a:defRPr>
            </a:lvl1pPr>
            <a:lvl2pPr marL="914400" lvl="1" indent="-228600" algn="l">
              <a:lnSpc>
                <a:spcPct val="110000"/>
              </a:lnSpc>
              <a:spcBef>
                <a:spcPts val="700"/>
              </a:spcBef>
              <a:spcAft>
                <a:spcPts val="0"/>
              </a:spcAft>
              <a:buSzPts val="1400"/>
              <a:buNone/>
              <a:defRPr sz="1400"/>
            </a:lvl2pPr>
            <a:lvl3pPr marL="1371600" lvl="2" indent="-228600" algn="l">
              <a:lnSpc>
                <a:spcPct val="110000"/>
              </a:lnSpc>
              <a:spcBef>
                <a:spcPts val="700"/>
              </a:spcBef>
              <a:spcAft>
                <a:spcPts val="0"/>
              </a:spcAft>
              <a:buSzPts val="1200"/>
              <a:buNone/>
              <a:defRPr sz="1200"/>
            </a:lvl3pPr>
            <a:lvl4pPr marL="1828800" lvl="3" indent="-228600" algn="l">
              <a:lnSpc>
                <a:spcPct val="110000"/>
              </a:lnSpc>
              <a:spcBef>
                <a:spcPts val="700"/>
              </a:spcBef>
              <a:spcAft>
                <a:spcPts val="0"/>
              </a:spcAft>
              <a:buSzPts val="1000"/>
              <a:buNone/>
              <a:defRPr sz="1000"/>
            </a:lvl4pPr>
            <a:lvl5pPr marL="2286000" lvl="4" indent="-228600" algn="l">
              <a:lnSpc>
                <a:spcPct val="110000"/>
              </a:lnSpc>
              <a:spcBef>
                <a:spcPts val="700"/>
              </a:spcBef>
              <a:spcAft>
                <a:spcPts val="0"/>
              </a:spcAft>
              <a:buSzPts val="1000"/>
              <a:buNone/>
              <a:defRPr sz="1000"/>
            </a:lvl5pPr>
            <a:lvl6pPr marL="2743200" lvl="5" indent="-228600" algn="l">
              <a:lnSpc>
                <a:spcPct val="110000"/>
              </a:lnSpc>
              <a:spcBef>
                <a:spcPts val="700"/>
              </a:spcBef>
              <a:spcAft>
                <a:spcPts val="0"/>
              </a:spcAft>
              <a:buSzPts val="1000"/>
              <a:buNone/>
              <a:defRPr sz="1000"/>
            </a:lvl6pPr>
            <a:lvl7pPr marL="3200400" lvl="6" indent="-228600" algn="l">
              <a:lnSpc>
                <a:spcPct val="110000"/>
              </a:lnSpc>
              <a:spcBef>
                <a:spcPts val="700"/>
              </a:spcBef>
              <a:spcAft>
                <a:spcPts val="0"/>
              </a:spcAft>
              <a:buSzPts val="1000"/>
              <a:buNone/>
              <a:defRPr sz="1000"/>
            </a:lvl7pPr>
            <a:lvl8pPr marL="3657600" lvl="7" indent="-228600" algn="l">
              <a:lnSpc>
                <a:spcPct val="110000"/>
              </a:lnSpc>
              <a:spcBef>
                <a:spcPts val="700"/>
              </a:spcBef>
              <a:spcAft>
                <a:spcPts val="0"/>
              </a:spcAft>
              <a:buSzPts val="1000"/>
              <a:buNone/>
              <a:defRPr sz="1000"/>
            </a:lvl8pPr>
            <a:lvl9pPr marL="4114800" lvl="8" indent="-228600" algn="l">
              <a:lnSpc>
                <a:spcPct val="110000"/>
              </a:lnSpc>
              <a:spcBef>
                <a:spcPts val="700"/>
              </a:spcBef>
              <a:spcAft>
                <a:spcPts val="0"/>
              </a:spcAft>
              <a:buSzPts val="1000"/>
              <a:buNone/>
              <a:defRPr sz="1000"/>
            </a:lvl9pPr>
          </a:lstStyle>
          <a:p>
            <a:endParaRPr/>
          </a:p>
        </p:txBody>
      </p:sp>
      <p:sp>
        <p:nvSpPr>
          <p:cNvPr id="66" name="Google Shape;66;p25"/>
          <p:cNvSpPr txBox="1">
            <a:spLocks noGrp="1"/>
          </p:cNvSpPr>
          <p:nvPr>
            <p:ph type="dt" idx="10"/>
          </p:nvPr>
        </p:nvSpPr>
        <p:spPr>
          <a:xfrm>
            <a:off x="765051" y="6375679"/>
            <a:ext cx="1233355" cy="348462"/>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25"/>
          <p:cNvSpPr txBox="1">
            <a:spLocks noGrp="1"/>
          </p:cNvSpPr>
          <p:nvPr>
            <p:ph type="ftr" idx="11"/>
          </p:nvPr>
        </p:nvSpPr>
        <p:spPr>
          <a:xfrm>
            <a:off x="2103620" y="6375679"/>
            <a:ext cx="3482179" cy="345796"/>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8" name="Google Shape;68;p25"/>
          <p:cNvSpPr txBox="1">
            <a:spLocks noGrp="1"/>
          </p:cNvSpPr>
          <p:nvPr>
            <p:ph type="sldNum" idx="12"/>
          </p:nvPr>
        </p:nvSpPr>
        <p:spPr>
          <a:xfrm>
            <a:off x="5691014" y="6375679"/>
            <a:ext cx="1232456" cy="345796"/>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
        <p:nvSpPr>
          <p:cNvPr id="69" name="Google Shape;69;p25"/>
          <p:cNvSpPr/>
          <p:nvPr/>
        </p:nvSpPr>
        <p:spPr>
          <a:xfrm>
            <a:off x="0" y="0"/>
            <a:ext cx="283464" cy="68580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extLst>
    <p:ext uri="{DCECCB84-F9BA-43D5-87BE-67443E8EF086}">
      <p15:sldGuideLst xmlns:p15="http://schemas.microsoft.com/office/powerpoint/2012/main">
        <p15:guide id="1" orient="horz" pos="696">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matchingName="Picture with Caption" type="picTx">
  <p:cSld name="PICTURE_WITH_CAPTION_TEXT">
    <p:spTree>
      <p:nvGrpSpPr>
        <p:cNvPr id="1" name="Shape 70"/>
        <p:cNvGrpSpPr/>
        <p:nvPr/>
      </p:nvGrpSpPr>
      <p:grpSpPr>
        <a:xfrm>
          <a:off x="0" y="0"/>
          <a:ext cx="0" cy="0"/>
          <a:chOff x="0" y="0"/>
          <a:chExt cx="0" cy="0"/>
        </a:xfrm>
      </p:grpSpPr>
      <p:sp>
        <p:nvSpPr>
          <p:cNvPr id="71" name="Google Shape;71;p26"/>
          <p:cNvSpPr>
            <a:spLocks noGrp="1"/>
          </p:cNvSpPr>
          <p:nvPr>
            <p:ph type="pic" idx="2"/>
          </p:nvPr>
        </p:nvSpPr>
        <p:spPr>
          <a:xfrm>
            <a:off x="283464" y="0"/>
            <a:ext cx="7355585" cy="6857999"/>
          </a:xfrm>
          <a:prstGeom prst="rect">
            <a:avLst/>
          </a:prstGeom>
          <a:noFill/>
          <a:ln>
            <a:noFill/>
          </a:ln>
        </p:spPr>
        <p:txBody>
          <a:bodyPr spcFirstLastPara="1" wrap="square" lIns="91425" tIns="45700" rIns="91425" bIns="45700" anchor="t" anchorCtr="0">
            <a:normAutofit/>
          </a:bodyPr>
          <a:lstStyle>
            <a:lvl1pPr marR="0" lvl="0" algn="l" rtl="0">
              <a:lnSpc>
                <a:spcPct val="110000"/>
              </a:lnSpc>
              <a:spcBef>
                <a:spcPts val="700"/>
              </a:spcBef>
              <a:spcAft>
                <a:spcPts val="0"/>
              </a:spcAft>
              <a:buClr>
                <a:schemeClr val="dk2"/>
              </a:buClr>
              <a:buSzPts val="3200"/>
              <a:buFont typeface="Arial"/>
              <a:buNone/>
              <a:defRPr sz="3200" b="0" i="0" u="none" strike="noStrike" cap="none">
                <a:solidFill>
                  <a:srgbClr val="595959"/>
                </a:solidFill>
                <a:latin typeface="Gill Sans"/>
                <a:ea typeface="Gill Sans"/>
                <a:cs typeface="Gill Sans"/>
                <a:sym typeface="Gill Sans"/>
              </a:defRPr>
            </a:lvl1pPr>
            <a:lvl2pPr marR="0" lvl="1" algn="l" rtl="0">
              <a:lnSpc>
                <a:spcPct val="110000"/>
              </a:lnSpc>
              <a:spcBef>
                <a:spcPts val="700"/>
              </a:spcBef>
              <a:spcAft>
                <a:spcPts val="0"/>
              </a:spcAft>
              <a:buClr>
                <a:schemeClr val="dk2"/>
              </a:buClr>
              <a:buSzPts val="2800"/>
              <a:buFont typeface="Gill Sans"/>
              <a:buNone/>
              <a:defRPr sz="2800" b="0" i="0" u="none" strike="noStrike" cap="none">
                <a:solidFill>
                  <a:srgbClr val="595959"/>
                </a:solidFill>
                <a:latin typeface="Gill Sans"/>
                <a:ea typeface="Gill Sans"/>
                <a:cs typeface="Gill Sans"/>
                <a:sym typeface="Gill Sans"/>
              </a:defRPr>
            </a:lvl2pPr>
            <a:lvl3pPr marR="0" lvl="2" algn="l" rtl="0">
              <a:lnSpc>
                <a:spcPct val="110000"/>
              </a:lnSpc>
              <a:spcBef>
                <a:spcPts val="700"/>
              </a:spcBef>
              <a:spcAft>
                <a:spcPts val="0"/>
              </a:spcAft>
              <a:buClr>
                <a:schemeClr val="dk2"/>
              </a:buClr>
              <a:buSzPts val="2400"/>
              <a:buFont typeface="Arial"/>
              <a:buNone/>
              <a:defRPr sz="2400" b="0" i="0" u="none" strike="noStrike" cap="none">
                <a:solidFill>
                  <a:srgbClr val="595959"/>
                </a:solidFill>
                <a:latin typeface="Gill Sans"/>
                <a:ea typeface="Gill Sans"/>
                <a:cs typeface="Gill Sans"/>
                <a:sym typeface="Gill Sans"/>
              </a:defRPr>
            </a:lvl3pPr>
            <a:lvl4pPr marR="0" lvl="3" algn="l" rtl="0">
              <a:lnSpc>
                <a:spcPct val="110000"/>
              </a:lnSpc>
              <a:spcBef>
                <a:spcPts val="700"/>
              </a:spcBef>
              <a:spcAft>
                <a:spcPts val="0"/>
              </a:spcAft>
              <a:buClr>
                <a:schemeClr val="dk2"/>
              </a:buClr>
              <a:buSzPts val="2000"/>
              <a:buFont typeface="Gill Sans"/>
              <a:buNone/>
              <a:defRPr sz="2000" b="0" i="0" u="none" strike="noStrike" cap="none">
                <a:solidFill>
                  <a:srgbClr val="595959"/>
                </a:solidFill>
                <a:latin typeface="Gill Sans"/>
                <a:ea typeface="Gill Sans"/>
                <a:cs typeface="Gill Sans"/>
                <a:sym typeface="Gill Sans"/>
              </a:defRPr>
            </a:lvl4pPr>
            <a:lvl5pPr marR="0" lvl="4" algn="l" rtl="0">
              <a:lnSpc>
                <a:spcPct val="110000"/>
              </a:lnSpc>
              <a:spcBef>
                <a:spcPts val="700"/>
              </a:spcBef>
              <a:spcAft>
                <a:spcPts val="0"/>
              </a:spcAft>
              <a:buClr>
                <a:schemeClr val="dk2"/>
              </a:buClr>
              <a:buSzPts val="2000"/>
              <a:buFont typeface="Arial"/>
              <a:buNone/>
              <a:defRPr sz="2000" b="0" i="0" u="none" strike="noStrike" cap="none">
                <a:solidFill>
                  <a:srgbClr val="595959"/>
                </a:solidFill>
                <a:latin typeface="Gill Sans"/>
                <a:ea typeface="Gill Sans"/>
                <a:cs typeface="Gill Sans"/>
                <a:sym typeface="Gill Sans"/>
              </a:defRPr>
            </a:lvl5pPr>
            <a:lvl6pPr marR="0" lvl="5" algn="l" rtl="0">
              <a:lnSpc>
                <a:spcPct val="110000"/>
              </a:lnSpc>
              <a:spcBef>
                <a:spcPts val="700"/>
              </a:spcBef>
              <a:spcAft>
                <a:spcPts val="0"/>
              </a:spcAft>
              <a:buClr>
                <a:schemeClr val="dk2"/>
              </a:buClr>
              <a:buSzPts val="2000"/>
              <a:buFont typeface="Gill Sans"/>
              <a:buNone/>
              <a:defRPr sz="2000" b="0" i="0" u="none" strike="noStrike" cap="none">
                <a:solidFill>
                  <a:srgbClr val="595959"/>
                </a:solidFill>
                <a:latin typeface="Gill Sans"/>
                <a:ea typeface="Gill Sans"/>
                <a:cs typeface="Gill Sans"/>
                <a:sym typeface="Gill Sans"/>
              </a:defRPr>
            </a:lvl6pPr>
            <a:lvl7pPr marR="0" lvl="6" algn="l" rtl="0">
              <a:lnSpc>
                <a:spcPct val="110000"/>
              </a:lnSpc>
              <a:spcBef>
                <a:spcPts val="700"/>
              </a:spcBef>
              <a:spcAft>
                <a:spcPts val="0"/>
              </a:spcAft>
              <a:buClr>
                <a:schemeClr val="dk2"/>
              </a:buClr>
              <a:buSzPts val="2000"/>
              <a:buFont typeface="Arial"/>
              <a:buNone/>
              <a:defRPr sz="2000" b="0" i="0" u="none" strike="noStrike" cap="none">
                <a:solidFill>
                  <a:srgbClr val="595959"/>
                </a:solidFill>
                <a:latin typeface="Gill Sans"/>
                <a:ea typeface="Gill Sans"/>
                <a:cs typeface="Gill Sans"/>
                <a:sym typeface="Gill Sans"/>
              </a:defRPr>
            </a:lvl7pPr>
            <a:lvl8pPr marR="0" lvl="7" algn="l" rtl="0">
              <a:lnSpc>
                <a:spcPct val="110000"/>
              </a:lnSpc>
              <a:spcBef>
                <a:spcPts val="700"/>
              </a:spcBef>
              <a:spcAft>
                <a:spcPts val="0"/>
              </a:spcAft>
              <a:buClr>
                <a:schemeClr val="dk2"/>
              </a:buClr>
              <a:buSzPts val="2000"/>
              <a:buFont typeface="Gill Sans"/>
              <a:buNone/>
              <a:defRPr sz="2000" b="0" i="0" u="none" strike="noStrike" cap="none">
                <a:solidFill>
                  <a:srgbClr val="595959"/>
                </a:solidFill>
                <a:latin typeface="Gill Sans"/>
                <a:ea typeface="Gill Sans"/>
                <a:cs typeface="Gill Sans"/>
                <a:sym typeface="Gill Sans"/>
              </a:defRPr>
            </a:lvl8pPr>
            <a:lvl9pPr marR="0" lvl="8" algn="l" rtl="0">
              <a:lnSpc>
                <a:spcPct val="110000"/>
              </a:lnSpc>
              <a:spcBef>
                <a:spcPts val="700"/>
              </a:spcBef>
              <a:spcAft>
                <a:spcPts val="0"/>
              </a:spcAft>
              <a:buClr>
                <a:schemeClr val="dk2"/>
              </a:buClr>
              <a:buSzPts val="2000"/>
              <a:buFont typeface="Arial"/>
              <a:buNone/>
              <a:defRPr sz="2000" b="0" i="0" u="none" strike="noStrike" cap="none">
                <a:solidFill>
                  <a:srgbClr val="595959"/>
                </a:solidFill>
                <a:latin typeface="Gill Sans"/>
                <a:ea typeface="Gill Sans"/>
                <a:cs typeface="Gill Sans"/>
                <a:sym typeface="Gill Sans"/>
              </a:defRPr>
            </a:lvl9pPr>
          </a:lstStyle>
          <a:p>
            <a:endParaRPr/>
          </a:p>
        </p:txBody>
      </p:sp>
      <p:sp>
        <p:nvSpPr>
          <p:cNvPr id="72" name="Google Shape;72;p26"/>
          <p:cNvSpPr/>
          <p:nvPr/>
        </p:nvSpPr>
        <p:spPr>
          <a:xfrm>
            <a:off x="7389812" y="0"/>
            <a:ext cx="4802188" cy="6858000"/>
          </a:xfrm>
          <a:custGeom>
            <a:avLst/>
            <a:gdLst/>
            <a:ahLst/>
            <a:cxnLst/>
            <a:rect l="l" t="t" r="r" b="b"/>
            <a:pathLst>
              <a:path w="3025" h="4320" extrusionOk="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dk2"/>
          </a:solidFill>
          <a:ln>
            <a:noFill/>
          </a:ln>
        </p:spPr>
      </p:sp>
      <p:sp>
        <p:nvSpPr>
          <p:cNvPr id="73" name="Google Shape;73;p26"/>
          <p:cNvSpPr/>
          <p:nvPr/>
        </p:nvSpPr>
        <p:spPr>
          <a:xfrm>
            <a:off x="0" y="0"/>
            <a:ext cx="283464" cy="68580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26"/>
          <p:cNvSpPr txBox="1">
            <a:spLocks noGrp="1"/>
          </p:cNvSpPr>
          <p:nvPr>
            <p:ph type="title"/>
          </p:nvPr>
        </p:nvSpPr>
        <p:spPr>
          <a:xfrm>
            <a:off x="8337883" y="457200"/>
            <a:ext cx="3092117" cy="119667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accent1"/>
              </a:buClr>
              <a:buSzPts val="1900"/>
              <a:buFont typeface="Gill Sans"/>
              <a:buNone/>
              <a:defRPr sz="1900" b="1" i="0">
                <a:solidFill>
                  <a:schemeClr val="accent1"/>
                </a:solidFill>
                <a:latin typeface="Gill Sans"/>
                <a:ea typeface="Gill Sans"/>
                <a:cs typeface="Gill Sans"/>
                <a:sym typeface="Gill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5" name="Google Shape;75;p26"/>
          <p:cNvSpPr txBox="1">
            <a:spLocks noGrp="1"/>
          </p:cNvSpPr>
          <p:nvPr>
            <p:ph type="body" idx="1"/>
          </p:nvPr>
        </p:nvSpPr>
        <p:spPr>
          <a:xfrm>
            <a:off x="8337883" y="1741336"/>
            <a:ext cx="3092117" cy="4164164"/>
          </a:xfrm>
          <a:prstGeom prst="rect">
            <a:avLst/>
          </a:prstGeom>
          <a:noFill/>
          <a:ln>
            <a:noFill/>
          </a:ln>
        </p:spPr>
        <p:txBody>
          <a:bodyPr spcFirstLastPara="1" wrap="square" lIns="91425" tIns="45700" rIns="91425" bIns="45700" anchor="t" anchorCtr="0">
            <a:normAutofit/>
          </a:bodyPr>
          <a:lstStyle>
            <a:lvl1pPr marL="457200" lvl="0" indent="-228600" algn="l">
              <a:lnSpc>
                <a:spcPct val="120000"/>
              </a:lnSpc>
              <a:spcBef>
                <a:spcPts val="1200"/>
              </a:spcBef>
              <a:spcAft>
                <a:spcPts val="0"/>
              </a:spcAft>
              <a:buSzPts val="1600"/>
              <a:buNone/>
              <a:defRPr sz="1600">
                <a:solidFill>
                  <a:schemeClr val="lt2"/>
                </a:solidFill>
              </a:defRPr>
            </a:lvl1pPr>
            <a:lvl2pPr marL="914400" lvl="1" indent="-228600" algn="l">
              <a:lnSpc>
                <a:spcPct val="110000"/>
              </a:lnSpc>
              <a:spcBef>
                <a:spcPts val="700"/>
              </a:spcBef>
              <a:spcAft>
                <a:spcPts val="0"/>
              </a:spcAft>
              <a:buSzPts val="1400"/>
              <a:buNone/>
              <a:defRPr sz="1400"/>
            </a:lvl2pPr>
            <a:lvl3pPr marL="1371600" lvl="2" indent="-228600" algn="l">
              <a:lnSpc>
                <a:spcPct val="110000"/>
              </a:lnSpc>
              <a:spcBef>
                <a:spcPts val="700"/>
              </a:spcBef>
              <a:spcAft>
                <a:spcPts val="0"/>
              </a:spcAft>
              <a:buSzPts val="1200"/>
              <a:buNone/>
              <a:defRPr sz="1200"/>
            </a:lvl3pPr>
            <a:lvl4pPr marL="1828800" lvl="3" indent="-228600" algn="l">
              <a:lnSpc>
                <a:spcPct val="110000"/>
              </a:lnSpc>
              <a:spcBef>
                <a:spcPts val="700"/>
              </a:spcBef>
              <a:spcAft>
                <a:spcPts val="0"/>
              </a:spcAft>
              <a:buSzPts val="1000"/>
              <a:buNone/>
              <a:defRPr sz="1000"/>
            </a:lvl4pPr>
            <a:lvl5pPr marL="2286000" lvl="4" indent="-228600" algn="l">
              <a:lnSpc>
                <a:spcPct val="110000"/>
              </a:lnSpc>
              <a:spcBef>
                <a:spcPts val="700"/>
              </a:spcBef>
              <a:spcAft>
                <a:spcPts val="0"/>
              </a:spcAft>
              <a:buSzPts val="1000"/>
              <a:buNone/>
              <a:defRPr sz="1000"/>
            </a:lvl5pPr>
            <a:lvl6pPr marL="2743200" lvl="5" indent="-228600" algn="l">
              <a:lnSpc>
                <a:spcPct val="110000"/>
              </a:lnSpc>
              <a:spcBef>
                <a:spcPts val="700"/>
              </a:spcBef>
              <a:spcAft>
                <a:spcPts val="0"/>
              </a:spcAft>
              <a:buSzPts val="1000"/>
              <a:buNone/>
              <a:defRPr sz="1000"/>
            </a:lvl6pPr>
            <a:lvl7pPr marL="3200400" lvl="6" indent="-228600" algn="l">
              <a:lnSpc>
                <a:spcPct val="110000"/>
              </a:lnSpc>
              <a:spcBef>
                <a:spcPts val="700"/>
              </a:spcBef>
              <a:spcAft>
                <a:spcPts val="0"/>
              </a:spcAft>
              <a:buSzPts val="1000"/>
              <a:buNone/>
              <a:defRPr sz="1000"/>
            </a:lvl7pPr>
            <a:lvl8pPr marL="3657600" lvl="7" indent="-228600" algn="l">
              <a:lnSpc>
                <a:spcPct val="110000"/>
              </a:lnSpc>
              <a:spcBef>
                <a:spcPts val="700"/>
              </a:spcBef>
              <a:spcAft>
                <a:spcPts val="0"/>
              </a:spcAft>
              <a:buSzPts val="1000"/>
              <a:buNone/>
              <a:defRPr sz="1000"/>
            </a:lvl8pPr>
            <a:lvl9pPr marL="4114800" lvl="8" indent="-228600" algn="l">
              <a:lnSpc>
                <a:spcPct val="110000"/>
              </a:lnSpc>
              <a:spcBef>
                <a:spcPts val="700"/>
              </a:spcBef>
              <a:spcAft>
                <a:spcPts val="0"/>
              </a:spcAft>
              <a:buSzPts val="1000"/>
              <a:buNone/>
              <a:defRPr sz="1000"/>
            </a:lvl9pPr>
          </a:lstStyle>
          <a:p>
            <a:endParaRPr/>
          </a:p>
        </p:txBody>
      </p:sp>
      <p:sp>
        <p:nvSpPr>
          <p:cNvPr id="76" name="Google Shape;76;p26"/>
          <p:cNvSpPr txBox="1">
            <a:spLocks noGrp="1"/>
          </p:cNvSpPr>
          <p:nvPr>
            <p:ph type="dt" idx="10"/>
          </p:nvPr>
        </p:nvSpPr>
        <p:spPr>
          <a:xfrm>
            <a:off x="765950" y="6375679"/>
            <a:ext cx="1232456" cy="348462"/>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26"/>
          <p:cNvSpPr txBox="1">
            <a:spLocks noGrp="1"/>
          </p:cNvSpPr>
          <p:nvPr>
            <p:ph type="ftr" idx="11"/>
          </p:nvPr>
        </p:nvSpPr>
        <p:spPr>
          <a:xfrm>
            <a:off x="2103621" y="6375679"/>
            <a:ext cx="3482178" cy="345796"/>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26"/>
          <p:cNvSpPr txBox="1">
            <a:spLocks noGrp="1"/>
          </p:cNvSpPr>
          <p:nvPr>
            <p:ph type="sldNum" idx="12"/>
          </p:nvPr>
        </p:nvSpPr>
        <p:spPr>
          <a:xfrm>
            <a:off x="5687568" y="6375679"/>
            <a:ext cx="1234440" cy="345796"/>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9"/>
        <p:cNvGrpSpPr/>
        <p:nvPr/>
      </p:nvGrpSpPr>
      <p:grpSpPr>
        <a:xfrm>
          <a:off x="0" y="0"/>
          <a:ext cx="0" cy="0"/>
          <a:chOff x="0" y="0"/>
          <a:chExt cx="0" cy="0"/>
        </a:xfrm>
      </p:grpSpPr>
      <p:sp>
        <p:nvSpPr>
          <p:cNvPr id="80" name="Google Shape;80;p27"/>
          <p:cNvSpPr txBox="1">
            <a:spLocks noGrp="1"/>
          </p:cNvSpPr>
          <p:nvPr>
            <p:ph type="title"/>
          </p:nvPr>
        </p:nvSpPr>
        <p:spPr>
          <a:xfrm>
            <a:off x="1251678" y="382385"/>
            <a:ext cx="10178322" cy="1492132"/>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1" name="Google Shape;81;p27"/>
          <p:cNvSpPr txBox="1">
            <a:spLocks noGrp="1"/>
          </p:cNvSpPr>
          <p:nvPr>
            <p:ph type="body" idx="1"/>
          </p:nvPr>
        </p:nvSpPr>
        <p:spPr>
          <a:xfrm rot="5400000">
            <a:off x="4544043" y="-1006365"/>
            <a:ext cx="3593591" cy="10178322"/>
          </a:xfrm>
          <a:prstGeom prst="rect">
            <a:avLst/>
          </a:prstGeom>
          <a:noFill/>
          <a:ln>
            <a:noFill/>
          </a:ln>
        </p:spPr>
        <p:txBody>
          <a:bodyPr spcFirstLastPara="1" wrap="square" lIns="91425" tIns="45700" rIns="91425" bIns="45700" anchor="t" anchorCtr="0">
            <a:normAutofit/>
          </a:bodyPr>
          <a:lstStyle>
            <a:lvl1pPr marL="457200" lvl="0" indent="-342900" algn="l">
              <a:lnSpc>
                <a:spcPct val="110000"/>
              </a:lnSpc>
              <a:spcBef>
                <a:spcPts val="700"/>
              </a:spcBef>
              <a:spcAft>
                <a:spcPts val="0"/>
              </a:spcAft>
              <a:buSzPts val="1800"/>
              <a:buChar char="•"/>
              <a:defRPr/>
            </a:lvl1pPr>
            <a:lvl2pPr marL="914400" lvl="1" indent="-342900" algn="l">
              <a:lnSpc>
                <a:spcPct val="110000"/>
              </a:lnSpc>
              <a:spcBef>
                <a:spcPts val="700"/>
              </a:spcBef>
              <a:spcAft>
                <a:spcPts val="0"/>
              </a:spcAft>
              <a:buSzPts val="1800"/>
              <a:buChar char="–"/>
              <a:defRPr/>
            </a:lvl2pPr>
            <a:lvl3pPr marL="1371600" lvl="2" indent="-342900" algn="l">
              <a:lnSpc>
                <a:spcPct val="110000"/>
              </a:lnSpc>
              <a:spcBef>
                <a:spcPts val="700"/>
              </a:spcBef>
              <a:spcAft>
                <a:spcPts val="0"/>
              </a:spcAft>
              <a:buSzPts val="1800"/>
              <a:buChar char="•"/>
              <a:defRPr/>
            </a:lvl3pPr>
            <a:lvl4pPr marL="1828800" lvl="3" indent="-342900" algn="l">
              <a:lnSpc>
                <a:spcPct val="110000"/>
              </a:lnSpc>
              <a:spcBef>
                <a:spcPts val="700"/>
              </a:spcBef>
              <a:spcAft>
                <a:spcPts val="0"/>
              </a:spcAft>
              <a:buSzPts val="1800"/>
              <a:buChar char="–"/>
              <a:defRPr/>
            </a:lvl4pPr>
            <a:lvl5pPr marL="2286000" lvl="4" indent="-342900" algn="l">
              <a:lnSpc>
                <a:spcPct val="110000"/>
              </a:lnSpc>
              <a:spcBef>
                <a:spcPts val="700"/>
              </a:spcBef>
              <a:spcAft>
                <a:spcPts val="0"/>
              </a:spcAft>
              <a:buSzPts val="1800"/>
              <a:buChar char="•"/>
              <a:defRPr/>
            </a:lvl5pPr>
            <a:lvl6pPr marL="2743200" lvl="5" indent="-342900" algn="l">
              <a:lnSpc>
                <a:spcPct val="110000"/>
              </a:lnSpc>
              <a:spcBef>
                <a:spcPts val="700"/>
              </a:spcBef>
              <a:spcAft>
                <a:spcPts val="0"/>
              </a:spcAft>
              <a:buSzPts val="1800"/>
              <a:buChar char="–"/>
              <a:defRPr/>
            </a:lvl6pPr>
            <a:lvl7pPr marL="3200400" lvl="6" indent="-342900" algn="l">
              <a:lnSpc>
                <a:spcPct val="110000"/>
              </a:lnSpc>
              <a:spcBef>
                <a:spcPts val="700"/>
              </a:spcBef>
              <a:spcAft>
                <a:spcPts val="0"/>
              </a:spcAft>
              <a:buSzPts val="1800"/>
              <a:buChar char="•"/>
              <a:defRPr/>
            </a:lvl7pPr>
            <a:lvl8pPr marL="3657600" lvl="7" indent="-342900" algn="l">
              <a:lnSpc>
                <a:spcPct val="110000"/>
              </a:lnSpc>
              <a:spcBef>
                <a:spcPts val="700"/>
              </a:spcBef>
              <a:spcAft>
                <a:spcPts val="0"/>
              </a:spcAft>
              <a:buSzPts val="1800"/>
              <a:buChar char="–"/>
              <a:defRPr/>
            </a:lvl8pPr>
            <a:lvl9pPr marL="4114800" lvl="8" indent="-342900" algn="l">
              <a:lnSpc>
                <a:spcPct val="110000"/>
              </a:lnSpc>
              <a:spcBef>
                <a:spcPts val="700"/>
              </a:spcBef>
              <a:spcAft>
                <a:spcPts val="0"/>
              </a:spcAft>
              <a:buSzPts val="1800"/>
              <a:buChar char="•"/>
              <a:defRPr/>
            </a:lvl9pPr>
          </a:lstStyle>
          <a:p>
            <a:endParaRPr/>
          </a:p>
        </p:txBody>
      </p:sp>
      <p:sp>
        <p:nvSpPr>
          <p:cNvPr id="82" name="Google Shape;82;p27"/>
          <p:cNvSpPr txBox="1">
            <a:spLocks noGrp="1"/>
          </p:cNvSpPr>
          <p:nvPr>
            <p:ph type="dt" idx="10"/>
          </p:nvPr>
        </p:nvSpPr>
        <p:spPr>
          <a:xfrm>
            <a:off x="1251678" y="6375679"/>
            <a:ext cx="2329722" cy="348462"/>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27"/>
          <p:cNvSpPr txBox="1">
            <a:spLocks noGrp="1"/>
          </p:cNvSpPr>
          <p:nvPr>
            <p:ph type="ftr" idx="11"/>
          </p:nvPr>
        </p:nvSpPr>
        <p:spPr>
          <a:xfrm>
            <a:off x="4038600" y="6375679"/>
            <a:ext cx="4114800" cy="345796"/>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27"/>
          <p:cNvSpPr txBox="1">
            <a:spLocks noGrp="1"/>
          </p:cNvSpPr>
          <p:nvPr>
            <p:ph type="sldNum" idx="12"/>
          </p:nvPr>
        </p:nvSpPr>
        <p:spPr>
          <a:xfrm>
            <a:off x="8610601" y="6375679"/>
            <a:ext cx="2819399" cy="345796"/>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5"/>
        <p:cNvGrpSpPr/>
        <p:nvPr/>
      </p:nvGrpSpPr>
      <p:grpSpPr>
        <a:xfrm>
          <a:off x="0" y="0"/>
          <a:ext cx="0" cy="0"/>
          <a:chOff x="0" y="0"/>
          <a:chExt cx="0" cy="0"/>
        </a:xfrm>
      </p:grpSpPr>
      <p:sp>
        <p:nvSpPr>
          <p:cNvPr id="86" name="Google Shape;86;p28"/>
          <p:cNvSpPr txBox="1">
            <a:spLocks noGrp="1"/>
          </p:cNvSpPr>
          <p:nvPr>
            <p:ph type="title"/>
          </p:nvPr>
        </p:nvSpPr>
        <p:spPr>
          <a:xfrm rot="5400000">
            <a:off x="8012185" y="2436522"/>
            <a:ext cx="5600404" cy="1492132"/>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7" name="Google Shape;87;p28"/>
          <p:cNvSpPr txBox="1">
            <a:spLocks noGrp="1"/>
          </p:cNvSpPr>
          <p:nvPr>
            <p:ph type="body" idx="1"/>
          </p:nvPr>
        </p:nvSpPr>
        <p:spPr>
          <a:xfrm rot="5400000">
            <a:off x="2653390" y="-1013705"/>
            <a:ext cx="5600405" cy="8392585"/>
          </a:xfrm>
          <a:prstGeom prst="rect">
            <a:avLst/>
          </a:prstGeom>
          <a:noFill/>
          <a:ln>
            <a:noFill/>
          </a:ln>
        </p:spPr>
        <p:txBody>
          <a:bodyPr spcFirstLastPara="1" wrap="square" lIns="91425" tIns="45700" rIns="91425" bIns="45700" anchor="t" anchorCtr="0">
            <a:normAutofit/>
          </a:bodyPr>
          <a:lstStyle>
            <a:lvl1pPr marL="457200" lvl="0" indent="-342900" algn="l">
              <a:lnSpc>
                <a:spcPct val="110000"/>
              </a:lnSpc>
              <a:spcBef>
                <a:spcPts val="700"/>
              </a:spcBef>
              <a:spcAft>
                <a:spcPts val="0"/>
              </a:spcAft>
              <a:buSzPts val="1800"/>
              <a:buChar char="•"/>
              <a:defRPr/>
            </a:lvl1pPr>
            <a:lvl2pPr marL="914400" lvl="1" indent="-342900" algn="l">
              <a:lnSpc>
                <a:spcPct val="110000"/>
              </a:lnSpc>
              <a:spcBef>
                <a:spcPts val="700"/>
              </a:spcBef>
              <a:spcAft>
                <a:spcPts val="0"/>
              </a:spcAft>
              <a:buSzPts val="1800"/>
              <a:buChar char="–"/>
              <a:defRPr/>
            </a:lvl2pPr>
            <a:lvl3pPr marL="1371600" lvl="2" indent="-342900" algn="l">
              <a:lnSpc>
                <a:spcPct val="110000"/>
              </a:lnSpc>
              <a:spcBef>
                <a:spcPts val="700"/>
              </a:spcBef>
              <a:spcAft>
                <a:spcPts val="0"/>
              </a:spcAft>
              <a:buSzPts val="1800"/>
              <a:buChar char="•"/>
              <a:defRPr/>
            </a:lvl3pPr>
            <a:lvl4pPr marL="1828800" lvl="3" indent="-342900" algn="l">
              <a:lnSpc>
                <a:spcPct val="110000"/>
              </a:lnSpc>
              <a:spcBef>
                <a:spcPts val="700"/>
              </a:spcBef>
              <a:spcAft>
                <a:spcPts val="0"/>
              </a:spcAft>
              <a:buSzPts val="1800"/>
              <a:buChar char="–"/>
              <a:defRPr/>
            </a:lvl4pPr>
            <a:lvl5pPr marL="2286000" lvl="4" indent="-342900" algn="l">
              <a:lnSpc>
                <a:spcPct val="110000"/>
              </a:lnSpc>
              <a:spcBef>
                <a:spcPts val="700"/>
              </a:spcBef>
              <a:spcAft>
                <a:spcPts val="0"/>
              </a:spcAft>
              <a:buSzPts val="1800"/>
              <a:buChar char="•"/>
              <a:defRPr/>
            </a:lvl5pPr>
            <a:lvl6pPr marL="2743200" lvl="5" indent="-342900" algn="l">
              <a:lnSpc>
                <a:spcPct val="110000"/>
              </a:lnSpc>
              <a:spcBef>
                <a:spcPts val="700"/>
              </a:spcBef>
              <a:spcAft>
                <a:spcPts val="0"/>
              </a:spcAft>
              <a:buSzPts val="1800"/>
              <a:buChar char="–"/>
              <a:defRPr/>
            </a:lvl6pPr>
            <a:lvl7pPr marL="3200400" lvl="6" indent="-342900" algn="l">
              <a:lnSpc>
                <a:spcPct val="110000"/>
              </a:lnSpc>
              <a:spcBef>
                <a:spcPts val="700"/>
              </a:spcBef>
              <a:spcAft>
                <a:spcPts val="0"/>
              </a:spcAft>
              <a:buSzPts val="1800"/>
              <a:buChar char="•"/>
              <a:defRPr/>
            </a:lvl7pPr>
            <a:lvl8pPr marL="3657600" lvl="7" indent="-342900" algn="l">
              <a:lnSpc>
                <a:spcPct val="110000"/>
              </a:lnSpc>
              <a:spcBef>
                <a:spcPts val="700"/>
              </a:spcBef>
              <a:spcAft>
                <a:spcPts val="0"/>
              </a:spcAft>
              <a:buSzPts val="1800"/>
              <a:buChar char="–"/>
              <a:defRPr/>
            </a:lvl8pPr>
            <a:lvl9pPr marL="4114800" lvl="8" indent="-342900" algn="l">
              <a:lnSpc>
                <a:spcPct val="110000"/>
              </a:lnSpc>
              <a:spcBef>
                <a:spcPts val="700"/>
              </a:spcBef>
              <a:spcAft>
                <a:spcPts val="0"/>
              </a:spcAft>
              <a:buSzPts val="1800"/>
              <a:buChar char="•"/>
              <a:defRPr/>
            </a:lvl9pPr>
          </a:lstStyle>
          <a:p>
            <a:endParaRPr/>
          </a:p>
        </p:txBody>
      </p:sp>
      <p:sp>
        <p:nvSpPr>
          <p:cNvPr id="88" name="Google Shape;88;p28"/>
          <p:cNvSpPr txBox="1">
            <a:spLocks noGrp="1"/>
          </p:cNvSpPr>
          <p:nvPr>
            <p:ph type="dt" idx="10"/>
          </p:nvPr>
        </p:nvSpPr>
        <p:spPr>
          <a:xfrm>
            <a:off x="1251678" y="6375679"/>
            <a:ext cx="2329722" cy="348462"/>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9" name="Google Shape;89;p28"/>
          <p:cNvSpPr txBox="1">
            <a:spLocks noGrp="1"/>
          </p:cNvSpPr>
          <p:nvPr>
            <p:ph type="ftr" idx="11"/>
          </p:nvPr>
        </p:nvSpPr>
        <p:spPr>
          <a:xfrm>
            <a:off x="4038600" y="6375679"/>
            <a:ext cx="4114800" cy="345796"/>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0" name="Google Shape;90;p28"/>
          <p:cNvSpPr txBox="1">
            <a:spLocks noGrp="1"/>
          </p:cNvSpPr>
          <p:nvPr>
            <p:ph type="sldNum" idx="12"/>
          </p:nvPr>
        </p:nvSpPr>
        <p:spPr>
          <a:xfrm>
            <a:off x="8610601" y="6375679"/>
            <a:ext cx="2819399" cy="345796"/>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5"/>
        <p:cNvGrpSpPr/>
        <p:nvPr/>
      </p:nvGrpSpPr>
      <p:grpSpPr>
        <a:xfrm>
          <a:off x="0" y="0"/>
          <a:ext cx="0" cy="0"/>
          <a:chOff x="0" y="0"/>
          <a:chExt cx="0" cy="0"/>
        </a:xfrm>
      </p:grpSpPr>
      <p:sp>
        <p:nvSpPr>
          <p:cNvPr id="6" name="Google Shape;6;p17"/>
          <p:cNvSpPr txBox="1">
            <a:spLocks noGrp="1"/>
          </p:cNvSpPr>
          <p:nvPr>
            <p:ph type="title"/>
          </p:nvPr>
        </p:nvSpPr>
        <p:spPr>
          <a:xfrm>
            <a:off x="1251678" y="382385"/>
            <a:ext cx="10178322" cy="1492132"/>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0"/>
              </a:spcBef>
              <a:spcAft>
                <a:spcPts val="0"/>
              </a:spcAft>
              <a:buClr>
                <a:schemeClr val="dk2"/>
              </a:buClr>
              <a:buSzPts val="5100"/>
              <a:buFont typeface="Impact"/>
              <a:buNone/>
              <a:defRPr sz="5100" b="0" i="0" u="none" strike="noStrike" cap="none">
                <a:solidFill>
                  <a:schemeClr val="dk2"/>
                </a:solidFill>
                <a:latin typeface="Impact"/>
                <a:ea typeface="Impact"/>
                <a:cs typeface="Impact"/>
                <a:sym typeface="Impact"/>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7"/>
          <p:cNvSpPr txBox="1">
            <a:spLocks noGrp="1"/>
          </p:cNvSpPr>
          <p:nvPr>
            <p:ph type="body" idx="1"/>
          </p:nvPr>
        </p:nvSpPr>
        <p:spPr>
          <a:xfrm>
            <a:off x="1251678" y="2286001"/>
            <a:ext cx="10178322" cy="3593591"/>
          </a:xfrm>
          <a:prstGeom prst="rect">
            <a:avLst/>
          </a:prstGeom>
          <a:noFill/>
          <a:ln>
            <a:noFill/>
          </a:ln>
        </p:spPr>
        <p:txBody>
          <a:bodyPr spcFirstLastPara="1" wrap="square" lIns="91425" tIns="45700" rIns="91425" bIns="45700" anchor="t" anchorCtr="0">
            <a:normAutofit/>
          </a:bodyPr>
          <a:lstStyle>
            <a:lvl1pPr marL="457200" marR="0" lvl="0" indent="-355600" algn="l" rtl="0">
              <a:lnSpc>
                <a:spcPct val="110000"/>
              </a:lnSpc>
              <a:spcBef>
                <a:spcPts val="700"/>
              </a:spcBef>
              <a:spcAft>
                <a:spcPts val="0"/>
              </a:spcAft>
              <a:buClr>
                <a:schemeClr val="dk2"/>
              </a:buClr>
              <a:buSzPts val="2000"/>
              <a:buFont typeface="Arial"/>
              <a:buChar char="•"/>
              <a:defRPr sz="2000" b="0" i="0" u="none" strike="noStrike" cap="none">
                <a:solidFill>
                  <a:srgbClr val="595959"/>
                </a:solidFill>
                <a:latin typeface="Gill Sans"/>
                <a:ea typeface="Gill Sans"/>
                <a:cs typeface="Gill Sans"/>
                <a:sym typeface="Gill Sans"/>
              </a:defRPr>
            </a:lvl1pPr>
            <a:lvl2pPr marL="914400" marR="0" lvl="1" indent="-342900" algn="l" rtl="0">
              <a:lnSpc>
                <a:spcPct val="110000"/>
              </a:lnSpc>
              <a:spcBef>
                <a:spcPts val="700"/>
              </a:spcBef>
              <a:spcAft>
                <a:spcPts val="0"/>
              </a:spcAft>
              <a:buClr>
                <a:schemeClr val="dk2"/>
              </a:buClr>
              <a:buSzPts val="1800"/>
              <a:buFont typeface="Gill Sans"/>
              <a:buChar char="–"/>
              <a:defRPr sz="1800" b="0" i="0" u="none" strike="noStrike" cap="none">
                <a:solidFill>
                  <a:srgbClr val="595959"/>
                </a:solidFill>
                <a:latin typeface="Gill Sans"/>
                <a:ea typeface="Gill Sans"/>
                <a:cs typeface="Gill Sans"/>
                <a:sym typeface="Gill Sans"/>
              </a:defRPr>
            </a:lvl2pPr>
            <a:lvl3pPr marL="1371600" marR="0" lvl="2" indent="-330200" algn="l" rtl="0">
              <a:lnSpc>
                <a:spcPct val="110000"/>
              </a:lnSpc>
              <a:spcBef>
                <a:spcPts val="700"/>
              </a:spcBef>
              <a:spcAft>
                <a:spcPts val="0"/>
              </a:spcAft>
              <a:buClr>
                <a:schemeClr val="dk2"/>
              </a:buClr>
              <a:buSzPts val="1600"/>
              <a:buFont typeface="Arial"/>
              <a:buChar char="•"/>
              <a:defRPr sz="1600" b="0" i="0" u="none" strike="noStrike" cap="none">
                <a:solidFill>
                  <a:srgbClr val="595959"/>
                </a:solidFill>
                <a:latin typeface="Gill Sans"/>
                <a:ea typeface="Gill Sans"/>
                <a:cs typeface="Gill Sans"/>
                <a:sym typeface="Gill Sans"/>
              </a:defRPr>
            </a:lvl3pPr>
            <a:lvl4pPr marL="1828800" marR="0" lvl="3" indent="-317500" algn="l" rtl="0">
              <a:lnSpc>
                <a:spcPct val="110000"/>
              </a:lnSpc>
              <a:spcBef>
                <a:spcPts val="700"/>
              </a:spcBef>
              <a:spcAft>
                <a:spcPts val="0"/>
              </a:spcAft>
              <a:buClr>
                <a:schemeClr val="dk2"/>
              </a:buClr>
              <a:buSzPts val="1400"/>
              <a:buFont typeface="Gill Sans"/>
              <a:buChar char="–"/>
              <a:defRPr sz="1400" b="0" i="0" u="none" strike="noStrike" cap="none">
                <a:solidFill>
                  <a:srgbClr val="595959"/>
                </a:solidFill>
                <a:latin typeface="Gill Sans"/>
                <a:ea typeface="Gill Sans"/>
                <a:cs typeface="Gill Sans"/>
                <a:sym typeface="Gill Sans"/>
              </a:defRPr>
            </a:lvl4pPr>
            <a:lvl5pPr marL="2286000" marR="0" lvl="4" indent="-317500" algn="l" rtl="0">
              <a:lnSpc>
                <a:spcPct val="110000"/>
              </a:lnSpc>
              <a:spcBef>
                <a:spcPts val="700"/>
              </a:spcBef>
              <a:spcAft>
                <a:spcPts val="0"/>
              </a:spcAft>
              <a:buClr>
                <a:schemeClr val="dk2"/>
              </a:buClr>
              <a:buSzPts val="1400"/>
              <a:buFont typeface="Arial"/>
              <a:buChar char="•"/>
              <a:defRPr sz="1400" b="0" i="0" u="none" strike="noStrike" cap="none">
                <a:solidFill>
                  <a:srgbClr val="595959"/>
                </a:solidFill>
                <a:latin typeface="Gill Sans"/>
                <a:ea typeface="Gill Sans"/>
                <a:cs typeface="Gill Sans"/>
                <a:sym typeface="Gill Sans"/>
              </a:defRPr>
            </a:lvl5pPr>
            <a:lvl6pPr marL="2743200" marR="0" lvl="5" indent="-317500" algn="l" rtl="0">
              <a:lnSpc>
                <a:spcPct val="110000"/>
              </a:lnSpc>
              <a:spcBef>
                <a:spcPts val="700"/>
              </a:spcBef>
              <a:spcAft>
                <a:spcPts val="0"/>
              </a:spcAft>
              <a:buClr>
                <a:schemeClr val="dk2"/>
              </a:buClr>
              <a:buSzPts val="1400"/>
              <a:buFont typeface="Gill Sans"/>
              <a:buChar char="–"/>
              <a:defRPr sz="1400" b="0" i="0" u="none" strike="noStrike" cap="none">
                <a:solidFill>
                  <a:srgbClr val="595959"/>
                </a:solidFill>
                <a:latin typeface="Gill Sans"/>
                <a:ea typeface="Gill Sans"/>
                <a:cs typeface="Gill Sans"/>
                <a:sym typeface="Gill Sans"/>
              </a:defRPr>
            </a:lvl6pPr>
            <a:lvl7pPr marL="3200400" marR="0" lvl="6" indent="-317500" algn="l" rtl="0">
              <a:lnSpc>
                <a:spcPct val="110000"/>
              </a:lnSpc>
              <a:spcBef>
                <a:spcPts val="700"/>
              </a:spcBef>
              <a:spcAft>
                <a:spcPts val="0"/>
              </a:spcAft>
              <a:buClr>
                <a:schemeClr val="dk2"/>
              </a:buClr>
              <a:buSzPts val="1400"/>
              <a:buFont typeface="Arial"/>
              <a:buChar char="•"/>
              <a:defRPr sz="1400" b="0" i="0" u="none" strike="noStrike" cap="none">
                <a:solidFill>
                  <a:srgbClr val="595959"/>
                </a:solidFill>
                <a:latin typeface="Gill Sans"/>
                <a:ea typeface="Gill Sans"/>
                <a:cs typeface="Gill Sans"/>
                <a:sym typeface="Gill Sans"/>
              </a:defRPr>
            </a:lvl7pPr>
            <a:lvl8pPr marL="3657600" marR="0" lvl="7" indent="-317500" algn="l" rtl="0">
              <a:lnSpc>
                <a:spcPct val="110000"/>
              </a:lnSpc>
              <a:spcBef>
                <a:spcPts val="700"/>
              </a:spcBef>
              <a:spcAft>
                <a:spcPts val="0"/>
              </a:spcAft>
              <a:buClr>
                <a:schemeClr val="dk2"/>
              </a:buClr>
              <a:buSzPts val="1400"/>
              <a:buFont typeface="Gill Sans"/>
              <a:buChar char="–"/>
              <a:defRPr sz="1400" b="0" i="0" u="none" strike="noStrike" cap="none">
                <a:solidFill>
                  <a:srgbClr val="595959"/>
                </a:solidFill>
                <a:latin typeface="Gill Sans"/>
                <a:ea typeface="Gill Sans"/>
                <a:cs typeface="Gill Sans"/>
                <a:sym typeface="Gill Sans"/>
              </a:defRPr>
            </a:lvl8pPr>
            <a:lvl9pPr marL="4114800" marR="0" lvl="8" indent="-317500" algn="l" rtl="0">
              <a:lnSpc>
                <a:spcPct val="110000"/>
              </a:lnSpc>
              <a:spcBef>
                <a:spcPts val="700"/>
              </a:spcBef>
              <a:spcAft>
                <a:spcPts val="0"/>
              </a:spcAft>
              <a:buClr>
                <a:schemeClr val="dk2"/>
              </a:buClr>
              <a:buSzPts val="1400"/>
              <a:buFont typeface="Arial"/>
              <a:buChar char="•"/>
              <a:defRPr sz="1400" b="0" i="0" u="none" strike="noStrike" cap="none">
                <a:solidFill>
                  <a:srgbClr val="595959"/>
                </a:solidFill>
                <a:latin typeface="Gill Sans"/>
                <a:ea typeface="Gill Sans"/>
                <a:cs typeface="Gill Sans"/>
                <a:sym typeface="Gill Sans"/>
              </a:defRPr>
            </a:lvl9pPr>
          </a:lstStyle>
          <a:p>
            <a:endParaRPr/>
          </a:p>
        </p:txBody>
      </p:sp>
      <p:sp>
        <p:nvSpPr>
          <p:cNvPr id="8" name="Google Shape;8;p17"/>
          <p:cNvSpPr txBox="1">
            <a:spLocks noGrp="1"/>
          </p:cNvSpPr>
          <p:nvPr>
            <p:ph type="dt" idx="10"/>
          </p:nvPr>
        </p:nvSpPr>
        <p:spPr>
          <a:xfrm>
            <a:off x="1251678" y="6375679"/>
            <a:ext cx="2329722" cy="348462"/>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595959"/>
                </a:solidFill>
                <a:latin typeface="Gill Sans"/>
                <a:ea typeface="Gill Sans"/>
                <a:cs typeface="Gill Sans"/>
                <a:sym typeface="Gill Sans"/>
              </a:defRPr>
            </a:lvl1pPr>
            <a:lvl2pPr marR="0" lvl="1"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2pPr>
            <a:lvl3pPr marR="0" lvl="2"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3pPr>
            <a:lvl4pPr marR="0" lvl="3"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4pPr>
            <a:lvl5pPr marR="0" lvl="4"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5pPr>
            <a:lvl6pPr marR="0" lvl="5"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6pPr>
            <a:lvl7pPr marR="0" lvl="6"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7pPr>
            <a:lvl8pPr marR="0" lvl="7"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8pPr>
            <a:lvl9pPr marR="0" lvl="8"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9pPr>
          </a:lstStyle>
          <a:p>
            <a:endParaRPr/>
          </a:p>
        </p:txBody>
      </p:sp>
      <p:sp>
        <p:nvSpPr>
          <p:cNvPr id="9" name="Google Shape;9;p17"/>
          <p:cNvSpPr txBox="1">
            <a:spLocks noGrp="1"/>
          </p:cNvSpPr>
          <p:nvPr>
            <p:ph type="ftr" idx="11"/>
          </p:nvPr>
        </p:nvSpPr>
        <p:spPr>
          <a:xfrm>
            <a:off x="4038600" y="6375679"/>
            <a:ext cx="4114800" cy="345796"/>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595959"/>
                </a:solidFill>
                <a:latin typeface="Gill Sans"/>
                <a:ea typeface="Gill Sans"/>
                <a:cs typeface="Gill Sans"/>
                <a:sym typeface="Gill Sans"/>
              </a:defRPr>
            </a:lvl1pPr>
            <a:lvl2pPr marR="0" lvl="1"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2pPr>
            <a:lvl3pPr marR="0" lvl="2"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3pPr>
            <a:lvl4pPr marR="0" lvl="3"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4pPr>
            <a:lvl5pPr marR="0" lvl="4"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5pPr>
            <a:lvl6pPr marR="0" lvl="5"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6pPr>
            <a:lvl7pPr marR="0" lvl="6"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7pPr>
            <a:lvl8pPr marR="0" lvl="7"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8pPr>
            <a:lvl9pPr marR="0" lvl="8"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9pPr>
          </a:lstStyle>
          <a:p>
            <a:endParaRPr/>
          </a:p>
        </p:txBody>
      </p:sp>
      <p:sp>
        <p:nvSpPr>
          <p:cNvPr id="10" name="Google Shape;10;p17"/>
          <p:cNvSpPr txBox="1">
            <a:spLocks noGrp="1"/>
          </p:cNvSpPr>
          <p:nvPr>
            <p:ph type="sldNum" idx="12"/>
          </p:nvPr>
        </p:nvSpPr>
        <p:spPr>
          <a:xfrm>
            <a:off x="8610601" y="6375679"/>
            <a:ext cx="2819399" cy="345796"/>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595959"/>
                </a:solidFill>
                <a:latin typeface="Gill Sans"/>
                <a:ea typeface="Gill Sans"/>
                <a:cs typeface="Gill Sans"/>
                <a:sym typeface="Gill Sans"/>
              </a:defRPr>
            </a:lvl1pPr>
            <a:lvl2pPr marL="0" marR="0" lvl="1" indent="0" algn="r" rtl="0">
              <a:spcBef>
                <a:spcPts val="0"/>
              </a:spcBef>
              <a:buNone/>
              <a:defRPr sz="1200" b="0" i="0" u="none" strike="noStrike" cap="none">
                <a:solidFill>
                  <a:srgbClr val="595959"/>
                </a:solidFill>
                <a:latin typeface="Gill Sans"/>
                <a:ea typeface="Gill Sans"/>
                <a:cs typeface="Gill Sans"/>
                <a:sym typeface="Gill Sans"/>
              </a:defRPr>
            </a:lvl2pPr>
            <a:lvl3pPr marL="0" marR="0" lvl="2" indent="0" algn="r" rtl="0">
              <a:spcBef>
                <a:spcPts val="0"/>
              </a:spcBef>
              <a:buNone/>
              <a:defRPr sz="1200" b="0" i="0" u="none" strike="noStrike" cap="none">
                <a:solidFill>
                  <a:srgbClr val="595959"/>
                </a:solidFill>
                <a:latin typeface="Gill Sans"/>
                <a:ea typeface="Gill Sans"/>
                <a:cs typeface="Gill Sans"/>
                <a:sym typeface="Gill Sans"/>
              </a:defRPr>
            </a:lvl3pPr>
            <a:lvl4pPr marL="0" marR="0" lvl="3" indent="0" algn="r" rtl="0">
              <a:spcBef>
                <a:spcPts val="0"/>
              </a:spcBef>
              <a:buNone/>
              <a:defRPr sz="1200" b="0" i="0" u="none" strike="noStrike" cap="none">
                <a:solidFill>
                  <a:srgbClr val="595959"/>
                </a:solidFill>
                <a:latin typeface="Gill Sans"/>
                <a:ea typeface="Gill Sans"/>
                <a:cs typeface="Gill Sans"/>
                <a:sym typeface="Gill Sans"/>
              </a:defRPr>
            </a:lvl4pPr>
            <a:lvl5pPr marL="0" marR="0" lvl="4" indent="0" algn="r" rtl="0">
              <a:spcBef>
                <a:spcPts val="0"/>
              </a:spcBef>
              <a:buNone/>
              <a:defRPr sz="1200" b="0" i="0" u="none" strike="noStrike" cap="none">
                <a:solidFill>
                  <a:srgbClr val="595959"/>
                </a:solidFill>
                <a:latin typeface="Gill Sans"/>
                <a:ea typeface="Gill Sans"/>
                <a:cs typeface="Gill Sans"/>
                <a:sym typeface="Gill Sans"/>
              </a:defRPr>
            </a:lvl5pPr>
            <a:lvl6pPr marL="0" marR="0" lvl="5" indent="0" algn="r" rtl="0">
              <a:spcBef>
                <a:spcPts val="0"/>
              </a:spcBef>
              <a:buNone/>
              <a:defRPr sz="1200" b="0" i="0" u="none" strike="noStrike" cap="none">
                <a:solidFill>
                  <a:srgbClr val="595959"/>
                </a:solidFill>
                <a:latin typeface="Gill Sans"/>
                <a:ea typeface="Gill Sans"/>
                <a:cs typeface="Gill Sans"/>
                <a:sym typeface="Gill Sans"/>
              </a:defRPr>
            </a:lvl6pPr>
            <a:lvl7pPr marL="0" marR="0" lvl="6" indent="0" algn="r" rtl="0">
              <a:spcBef>
                <a:spcPts val="0"/>
              </a:spcBef>
              <a:buNone/>
              <a:defRPr sz="1200" b="0" i="0" u="none" strike="noStrike" cap="none">
                <a:solidFill>
                  <a:srgbClr val="595959"/>
                </a:solidFill>
                <a:latin typeface="Gill Sans"/>
                <a:ea typeface="Gill Sans"/>
                <a:cs typeface="Gill Sans"/>
                <a:sym typeface="Gill Sans"/>
              </a:defRPr>
            </a:lvl7pPr>
            <a:lvl8pPr marL="0" marR="0" lvl="7" indent="0" algn="r" rtl="0">
              <a:spcBef>
                <a:spcPts val="0"/>
              </a:spcBef>
              <a:buNone/>
              <a:defRPr sz="1200" b="0" i="0" u="none" strike="noStrike" cap="none">
                <a:solidFill>
                  <a:srgbClr val="595959"/>
                </a:solidFill>
                <a:latin typeface="Gill Sans"/>
                <a:ea typeface="Gill Sans"/>
                <a:cs typeface="Gill Sans"/>
                <a:sym typeface="Gill Sans"/>
              </a:defRPr>
            </a:lvl8pPr>
            <a:lvl9pPr marL="0" marR="0" lvl="8" indent="0" algn="r" rtl="0">
              <a:spcBef>
                <a:spcPts val="0"/>
              </a:spcBef>
              <a:buNone/>
              <a:defRPr sz="1200" b="0" i="0" u="none" strike="noStrike" cap="none">
                <a:solidFill>
                  <a:srgbClr val="595959"/>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
        <p:nvSpPr>
          <p:cNvPr id="11" name="Google Shape;11;p17"/>
          <p:cNvSpPr/>
          <p:nvPr/>
        </p:nvSpPr>
        <p:spPr>
          <a:xfrm>
            <a:off x="0" y="0"/>
            <a:ext cx="885825" cy="6858000"/>
          </a:xfrm>
          <a:custGeom>
            <a:avLst/>
            <a:gdLst/>
            <a:ahLst/>
            <a:cxnLst/>
            <a:rect l="l" t="t" r="r" b="b"/>
            <a:pathLst>
              <a:path w="558" h="4320" extrusionOk="0">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chemeClr val="dk2"/>
          </a:solidFill>
          <a:ln>
            <a:noFill/>
          </a:ln>
        </p:spPr>
      </p:sp>
      <p:sp>
        <p:nvSpPr>
          <p:cNvPr id="12" name="Google Shape;12;p17"/>
          <p:cNvSpPr/>
          <p:nvPr/>
        </p:nvSpPr>
        <p:spPr>
          <a:xfrm>
            <a:off x="11908536" y="0"/>
            <a:ext cx="283464" cy="68580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2" r:id="rId3"/>
    <p:sldLayoutId id="2147483653" r:id="rId4"/>
    <p:sldLayoutId id="2147483654" r:id="rId5"/>
    <p:sldLayoutId id="2147483656" r:id="rId6"/>
    <p:sldLayoutId id="2147483657" r:id="rId7"/>
    <p:sldLayoutId id="2147483658" r:id="rId8"/>
    <p:sldLayoutId id="2147483659"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792">
          <p15:clr>
            <a:srgbClr val="F26B43"/>
          </p15:clr>
        </p15:guide>
        <p15:guide id="2" pos="7200">
          <p15:clr>
            <a:srgbClr val="F26B43"/>
          </p15:clr>
        </p15:guide>
        <p15:guide id="3" orient="horz" pos="4008">
          <p15:clr>
            <a:srgbClr val="F26B43"/>
          </p15:clr>
        </p15:guide>
        <p15:guide id="4" orient="horz" pos="1440">
          <p15:clr>
            <a:srgbClr val="F26B43"/>
          </p15:clr>
        </p15:guide>
        <p15:guide id="5" orient="horz" pos="3720">
          <p15:clr>
            <a:srgbClr val="F26B43"/>
          </p15:clr>
        </p15:guide>
        <p15:guide id="6" orient="horz" pos="2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6.jpe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www.microsoft.com/protect/fraud/phishing/symptoms.aspx" TargetMode="External"/><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www.abcbank.com/" TargetMode="External"/><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hyperlink" Target="http://www.abcbank1.com/" TargetMode="External"/></Relationships>
</file>

<file path=ppt/slides/_rels/slide1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hyperlink" Target="https://sansec.io/" TargetMode="Externa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hyperlink" Target="https://en.wikipedia.org/wiki/Web_crawler" TargetMode="Externa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hyperlink" Target="https://en.wikipedia.org/wiki/Denial-of-service_attack" TargetMode="External"/><Relationship Id="rId2" Type="http://schemas.openxmlformats.org/officeDocument/2006/relationships/hyperlink" Target="https://en.wikipedia.org/wiki/Automated_threat" TargetMode="External"/><Relationship Id="rId1" Type="http://schemas.openxmlformats.org/officeDocument/2006/relationships/slideLayout" Target="../slideLayouts/slideLayout2.xml"/><Relationship Id="rId4" Type="http://schemas.openxmlformats.org/officeDocument/2006/relationships/hyperlink" Target="https://en.wikipedia.org/wiki/Distributed_denial-of-service_attack"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5" Type="http://schemas.openxmlformats.org/officeDocument/2006/relationships/image" Target="../media/image21.jpeg"/><Relationship Id="rId4" Type="http://schemas.openxmlformats.org/officeDocument/2006/relationships/image" Target="../media/image20.png"/></Relationships>
</file>

<file path=ppt/slides/_rels/slide4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4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22.jpeg"/><Relationship Id="rId1" Type="http://schemas.openxmlformats.org/officeDocument/2006/relationships/slideLayout" Target="../slideLayouts/slideLayout2.xml"/><Relationship Id="rId6" Type="http://schemas.openxmlformats.org/officeDocument/2006/relationships/image" Target="../media/image23.png"/><Relationship Id="rId5" Type="http://schemas.openxmlformats.org/officeDocument/2006/relationships/image" Target="../media/image20.png"/><Relationship Id="rId4" Type="http://schemas.openxmlformats.org/officeDocument/2006/relationships/image" Target="../media/image19.png"/></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52.xml.rels><?xml version="1.0" encoding="UTF-8" standalone="yes"?>
<Relationships xmlns="http://schemas.openxmlformats.org/package/2006/relationships"><Relationship Id="rId8" Type="http://schemas.openxmlformats.org/officeDocument/2006/relationships/oleObject" Target="../embeddings/oleObject5.bin"/><Relationship Id="rId3" Type="http://schemas.openxmlformats.org/officeDocument/2006/relationships/image" Target="../media/image25.wmf"/><Relationship Id="rId7" Type="http://schemas.openxmlformats.org/officeDocument/2006/relationships/image" Target="../media/image27.wmf"/><Relationship Id="rId2" Type="http://schemas.openxmlformats.org/officeDocument/2006/relationships/oleObject" Target="../embeddings/oleObject2.bin"/><Relationship Id="rId1" Type="http://schemas.openxmlformats.org/officeDocument/2006/relationships/slideLayout" Target="../slideLayouts/slideLayout2.xml"/><Relationship Id="rId6" Type="http://schemas.openxmlformats.org/officeDocument/2006/relationships/oleObject" Target="../embeddings/oleObject4.bin"/><Relationship Id="rId5" Type="http://schemas.openxmlformats.org/officeDocument/2006/relationships/oleObject" Target="../embeddings/oleObject3.bin"/><Relationship Id="rId4" Type="http://schemas.openxmlformats.org/officeDocument/2006/relationships/image" Target="../media/image26.wmf"/></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sp>
        <p:nvSpPr>
          <p:cNvPr id="177" name="Google Shape;177;p1"/>
          <p:cNvSpPr txBox="1">
            <a:spLocks noGrp="1"/>
          </p:cNvSpPr>
          <p:nvPr>
            <p:ph type="ctrTitle"/>
          </p:nvPr>
        </p:nvSpPr>
        <p:spPr>
          <a:xfrm>
            <a:off x="1078523" y="1098388"/>
            <a:ext cx="10318418" cy="4394988"/>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2"/>
              </a:buClr>
              <a:buSzPts val="10000"/>
              <a:buFont typeface="Impact"/>
              <a:buNone/>
            </a:pPr>
            <a:r>
              <a:rPr lang="en-US" dirty="0"/>
              <a:t>Understanding Cyber Crime and Cyber Offenses</a:t>
            </a:r>
            <a:endParaRPr dirty="0"/>
          </a:p>
        </p:txBody>
      </p:sp>
      <p:sp>
        <p:nvSpPr>
          <p:cNvPr id="178" name="Google Shape;178;p1"/>
          <p:cNvSpPr txBox="1">
            <a:spLocks noGrp="1"/>
          </p:cNvSpPr>
          <p:nvPr>
            <p:ph type="subTitle" idx="1"/>
          </p:nvPr>
        </p:nvSpPr>
        <p:spPr>
          <a:xfrm>
            <a:off x="2215045" y="5979196"/>
            <a:ext cx="8045373" cy="742279"/>
          </a:xfrm>
          <a:prstGeom prst="rect">
            <a:avLst/>
          </a:prstGeom>
          <a:noFill/>
          <a:ln>
            <a:noFill/>
          </a:ln>
        </p:spPr>
        <p:txBody>
          <a:bodyPr spcFirstLastPara="1" wrap="square" lIns="91425" tIns="45700" rIns="91425" bIns="45700" anchor="t" anchorCtr="0">
            <a:normAutofit/>
          </a:bodyPr>
          <a:lstStyle/>
          <a:p>
            <a:pPr marL="0" lvl="0" indent="0" algn="ctr" rtl="0">
              <a:lnSpc>
                <a:spcPct val="100000"/>
              </a:lnSpc>
              <a:spcBef>
                <a:spcPts val="0"/>
              </a:spcBef>
              <a:spcAft>
                <a:spcPts val="0"/>
              </a:spcAft>
              <a:buSzPts val="2000"/>
              <a:buNone/>
            </a:pP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p2"/>
          <p:cNvSpPr txBox="1">
            <a:spLocks noGrp="1"/>
          </p:cNvSpPr>
          <p:nvPr>
            <p:ph type="title"/>
          </p:nvPr>
        </p:nvSpPr>
        <p:spPr>
          <a:xfrm>
            <a:off x="1251678" y="382385"/>
            <a:ext cx="10178322" cy="967021"/>
          </a:xfrm>
          <a:prstGeom prst="rect">
            <a:avLst/>
          </a:prstGeom>
          <a:noFill/>
          <a:ln>
            <a:noFill/>
          </a:ln>
        </p:spPr>
        <p:txBody>
          <a:bodyPr spcFirstLastPara="1" wrap="square" lIns="91425" tIns="45700" rIns="91425" bIns="45700" anchor="t" anchorCtr="0">
            <a:normAutofit fontScale="90000"/>
          </a:bodyPr>
          <a:lstStyle/>
          <a:p>
            <a:pPr marL="0" lvl="0" indent="0" algn="l" rtl="0">
              <a:lnSpc>
                <a:spcPct val="90000"/>
              </a:lnSpc>
              <a:spcBef>
                <a:spcPts val="0"/>
              </a:spcBef>
              <a:spcAft>
                <a:spcPts val="0"/>
              </a:spcAft>
              <a:buClr>
                <a:schemeClr val="dk2"/>
              </a:buClr>
              <a:buSzPts val="4590"/>
              <a:buFont typeface="Impact"/>
              <a:buNone/>
            </a:pPr>
            <a:r>
              <a:rPr lang="en-US" sz="4590" dirty="0"/>
              <a:t>KEYLOGGERS AND SPYWARES</a:t>
            </a:r>
            <a:br>
              <a:rPr lang="en-US" sz="4590" dirty="0"/>
            </a:br>
            <a:endParaRPr sz="4590" dirty="0"/>
          </a:p>
        </p:txBody>
      </p:sp>
      <p:sp>
        <p:nvSpPr>
          <p:cNvPr id="184" name="Google Shape;184;p2"/>
          <p:cNvSpPr txBox="1">
            <a:spLocks noGrp="1"/>
          </p:cNvSpPr>
          <p:nvPr>
            <p:ph type="body" idx="1"/>
          </p:nvPr>
        </p:nvSpPr>
        <p:spPr>
          <a:xfrm>
            <a:off x="1251678" y="1473693"/>
            <a:ext cx="10178322" cy="5104660"/>
          </a:xfrm>
          <a:prstGeom prst="rect">
            <a:avLst/>
          </a:prstGeom>
          <a:noFill/>
          <a:ln>
            <a:noFill/>
          </a:ln>
        </p:spPr>
        <p:txBody>
          <a:bodyPr spcFirstLastPara="1" wrap="square" lIns="91425" tIns="45700" rIns="91425" bIns="45700" anchor="t" anchorCtr="0">
            <a:normAutofit/>
          </a:bodyPr>
          <a:lstStyle/>
          <a:p>
            <a:pPr marL="228600" lvl="0" indent="-228600" algn="l" rtl="0">
              <a:lnSpc>
                <a:spcPct val="110000"/>
              </a:lnSpc>
              <a:spcBef>
                <a:spcPts val="0"/>
              </a:spcBef>
              <a:spcAft>
                <a:spcPts val="0"/>
              </a:spcAft>
              <a:buSzPts val="2400"/>
              <a:buChar char="•"/>
            </a:pPr>
            <a:r>
              <a:rPr lang="en-US" sz="2400" dirty="0"/>
              <a:t>Keystroke</a:t>
            </a:r>
            <a:r>
              <a:rPr lang="en-US" dirty="0"/>
              <a:t> </a:t>
            </a:r>
            <a:r>
              <a:rPr lang="en-US" sz="2400" dirty="0"/>
              <a:t>logging </a:t>
            </a:r>
            <a:endParaRPr dirty="0"/>
          </a:p>
          <a:p>
            <a:pPr marL="228600" lvl="0" indent="-76200" algn="l" rtl="0">
              <a:lnSpc>
                <a:spcPct val="110000"/>
              </a:lnSpc>
              <a:spcBef>
                <a:spcPts val="700"/>
              </a:spcBef>
              <a:spcAft>
                <a:spcPts val="0"/>
              </a:spcAft>
              <a:buSzPts val="2400"/>
              <a:buNone/>
            </a:pPr>
            <a:endParaRPr sz="2400" dirty="0"/>
          </a:p>
          <a:p>
            <a:pPr marL="228600" lvl="0" indent="-76200" algn="l" rtl="0">
              <a:lnSpc>
                <a:spcPct val="110000"/>
              </a:lnSpc>
              <a:spcBef>
                <a:spcPts val="700"/>
              </a:spcBef>
              <a:spcAft>
                <a:spcPts val="0"/>
              </a:spcAft>
              <a:buSzPts val="2400"/>
              <a:buNone/>
            </a:pPr>
            <a:endParaRPr sz="2400" dirty="0"/>
          </a:p>
          <a:p>
            <a:pPr marL="228600" lvl="0" indent="-76200" algn="l" rtl="0">
              <a:lnSpc>
                <a:spcPct val="110000"/>
              </a:lnSpc>
              <a:spcBef>
                <a:spcPts val="700"/>
              </a:spcBef>
              <a:spcAft>
                <a:spcPts val="0"/>
              </a:spcAft>
              <a:buSzPts val="2400"/>
              <a:buNone/>
            </a:pPr>
            <a:endParaRPr sz="2400" dirty="0"/>
          </a:p>
          <a:p>
            <a:pPr marL="228600" lvl="0" indent="-76200" algn="l" rtl="0">
              <a:lnSpc>
                <a:spcPct val="110000"/>
              </a:lnSpc>
              <a:spcBef>
                <a:spcPts val="700"/>
              </a:spcBef>
              <a:spcAft>
                <a:spcPts val="0"/>
              </a:spcAft>
              <a:buSzPts val="2400"/>
              <a:buNone/>
            </a:pPr>
            <a:endParaRPr sz="2400" dirty="0"/>
          </a:p>
          <a:p>
            <a:pPr marL="228600" lvl="0" indent="-76200" algn="l" rtl="0">
              <a:lnSpc>
                <a:spcPct val="110000"/>
              </a:lnSpc>
              <a:spcBef>
                <a:spcPts val="700"/>
              </a:spcBef>
              <a:spcAft>
                <a:spcPts val="0"/>
              </a:spcAft>
              <a:buSzPts val="2400"/>
              <a:buNone/>
            </a:pPr>
            <a:endParaRPr sz="2400" dirty="0"/>
          </a:p>
          <a:p>
            <a:pPr marL="228600" lvl="0" indent="-76200" algn="l" rtl="0">
              <a:lnSpc>
                <a:spcPct val="110000"/>
              </a:lnSpc>
              <a:spcBef>
                <a:spcPts val="700"/>
              </a:spcBef>
              <a:spcAft>
                <a:spcPts val="0"/>
              </a:spcAft>
              <a:buSzPts val="2400"/>
              <a:buNone/>
            </a:pPr>
            <a:endParaRPr sz="2400" dirty="0"/>
          </a:p>
          <a:p>
            <a:pPr marL="228600" lvl="0" indent="-76200" algn="l" rtl="0">
              <a:lnSpc>
                <a:spcPct val="110000"/>
              </a:lnSpc>
              <a:spcBef>
                <a:spcPts val="700"/>
              </a:spcBef>
              <a:spcAft>
                <a:spcPts val="0"/>
              </a:spcAft>
              <a:buSzPts val="2400"/>
              <a:buNone/>
            </a:pPr>
            <a:endParaRPr sz="2400" dirty="0"/>
          </a:p>
          <a:p>
            <a:pPr marL="228600" lvl="0" indent="-228600" algn="l" rtl="0">
              <a:lnSpc>
                <a:spcPct val="110000"/>
              </a:lnSpc>
              <a:spcBef>
                <a:spcPts val="700"/>
              </a:spcBef>
              <a:spcAft>
                <a:spcPts val="0"/>
              </a:spcAft>
              <a:buSzPts val="2400"/>
              <a:buChar char="•"/>
            </a:pPr>
            <a:r>
              <a:rPr lang="en-US" sz="2400" dirty="0"/>
              <a:t>Practice of noting the keys struck on a keyboard</a:t>
            </a:r>
            <a:endParaRPr dirty="0"/>
          </a:p>
        </p:txBody>
      </p:sp>
      <p:pic>
        <p:nvPicPr>
          <p:cNvPr id="185" name="Google Shape;185;p2"/>
          <p:cNvPicPr preferRelativeResize="0"/>
          <p:nvPr/>
        </p:nvPicPr>
        <p:blipFill rotWithShape="1">
          <a:blip r:embed="rId3">
            <a:alphaModFix/>
          </a:blip>
          <a:srcRect/>
          <a:stretch/>
        </p:blipFill>
        <p:spPr>
          <a:xfrm>
            <a:off x="1163752" y="2110755"/>
            <a:ext cx="5260019" cy="2337786"/>
          </a:xfrm>
          <a:prstGeom prst="rect">
            <a:avLst/>
          </a:prstGeom>
          <a:noFill/>
          <a:ln>
            <a:noFill/>
          </a:ln>
        </p:spPr>
      </p:pic>
      <p:pic>
        <p:nvPicPr>
          <p:cNvPr id="186" name="Google Shape;186;p2"/>
          <p:cNvPicPr preferRelativeResize="0"/>
          <p:nvPr/>
        </p:nvPicPr>
        <p:blipFill rotWithShape="1">
          <a:blip r:embed="rId4">
            <a:alphaModFix/>
          </a:blip>
          <a:srcRect/>
          <a:stretch/>
        </p:blipFill>
        <p:spPr>
          <a:xfrm>
            <a:off x="6913448" y="2110755"/>
            <a:ext cx="4114800" cy="3273552"/>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3"/>
          <p:cNvSpPr txBox="1">
            <a:spLocks noGrp="1"/>
          </p:cNvSpPr>
          <p:nvPr>
            <p:ph type="title"/>
          </p:nvPr>
        </p:nvSpPr>
        <p:spPr>
          <a:xfrm>
            <a:off x="1251678" y="382385"/>
            <a:ext cx="10178322" cy="1073553"/>
          </a:xfrm>
          <a:prstGeom prst="rect">
            <a:avLst/>
          </a:prstGeom>
          <a:noFill/>
          <a:ln>
            <a:noFill/>
          </a:ln>
        </p:spPr>
        <p:txBody>
          <a:bodyPr spcFirstLastPara="1" wrap="square" lIns="91425" tIns="45700" rIns="91425" bIns="45700" anchor="t" anchorCtr="0">
            <a:normAutofit fontScale="90000"/>
          </a:bodyPr>
          <a:lstStyle/>
          <a:p>
            <a:pPr marL="0" lvl="0" indent="0" algn="l" rtl="0">
              <a:lnSpc>
                <a:spcPct val="90000"/>
              </a:lnSpc>
              <a:spcBef>
                <a:spcPts val="0"/>
              </a:spcBef>
              <a:spcAft>
                <a:spcPts val="0"/>
              </a:spcAft>
              <a:buClr>
                <a:schemeClr val="dk2"/>
              </a:buClr>
              <a:buSzPts val="4590"/>
              <a:buFont typeface="Impact"/>
              <a:buNone/>
            </a:pPr>
            <a:r>
              <a:rPr lang="en-US" sz="4590"/>
              <a:t>KEYLOGGERS AND SPYWARES</a:t>
            </a:r>
            <a:br>
              <a:rPr lang="en-US" sz="4590"/>
            </a:br>
            <a:endParaRPr sz="4590"/>
          </a:p>
        </p:txBody>
      </p:sp>
      <p:sp>
        <p:nvSpPr>
          <p:cNvPr id="192" name="Google Shape;192;p3"/>
          <p:cNvSpPr txBox="1">
            <a:spLocks noGrp="1"/>
          </p:cNvSpPr>
          <p:nvPr>
            <p:ph type="body" idx="1"/>
          </p:nvPr>
        </p:nvSpPr>
        <p:spPr>
          <a:xfrm>
            <a:off x="1251678" y="1455939"/>
            <a:ext cx="10178322" cy="4423654"/>
          </a:xfrm>
          <a:prstGeom prst="rect">
            <a:avLst/>
          </a:prstGeom>
          <a:noFill/>
          <a:ln>
            <a:noFill/>
          </a:ln>
        </p:spPr>
        <p:txBody>
          <a:bodyPr spcFirstLastPara="1" wrap="square" lIns="91425" tIns="45700" rIns="91425" bIns="45700" anchor="t" anchorCtr="0">
            <a:normAutofit/>
          </a:bodyPr>
          <a:lstStyle/>
          <a:p>
            <a:pPr marL="228600" lvl="0" indent="-228600" algn="l" rtl="0">
              <a:lnSpc>
                <a:spcPct val="110000"/>
              </a:lnSpc>
              <a:spcBef>
                <a:spcPts val="0"/>
              </a:spcBef>
              <a:spcAft>
                <a:spcPts val="0"/>
              </a:spcAft>
              <a:buSzPts val="2400"/>
              <a:buChar char="•"/>
            </a:pPr>
            <a:r>
              <a:rPr lang="en-US" sz="2400" u="sng" dirty="0"/>
              <a:t>SOFTWARE KEYLOGGERS:</a:t>
            </a:r>
            <a:endParaRPr sz="2400" dirty="0"/>
          </a:p>
          <a:p>
            <a:pPr marL="685800" lvl="1" indent="-228600" algn="l" rtl="0">
              <a:lnSpc>
                <a:spcPct val="110000"/>
              </a:lnSpc>
              <a:spcBef>
                <a:spcPts val="700"/>
              </a:spcBef>
              <a:spcAft>
                <a:spcPts val="0"/>
              </a:spcAft>
              <a:buSzPts val="2200"/>
              <a:buChar char="–"/>
            </a:pPr>
            <a:r>
              <a:rPr lang="en-US" sz="2200" dirty="0"/>
              <a:t>Located between the OS and the keyboard hardware and every stroke gets recorded.</a:t>
            </a:r>
            <a:endParaRPr dirty="0"/>
          </a:p>
          <a:p>
            <a:pPr marL="685800" lvl="1" indent="-228600" algn="l" rtl="0">
              <a:lnSpc>
                <a:spcPct val="110000"/>
              </a:lnSpc>
              <a:spcBef>
                <a:spcPts val="700"/>
              </a:spcBef>
              <a:spcAft>
                <a:spcPts val="0"/>
              </a:spcAft>
              <a:buSzPts val="2200"/>
              <a:buChar char="–"/>
            </a:pPr>
            <a:r>
              <a:rPr lang="en-US" sz="2200" dirty="0"/>
              <a:t>Installed via Trojans or viruses.</a:t>
            </a:r>
            <a:endParaRPr dirty="0"/>
          </a:p>
          <a:p>
            <a:pPr marL="685800" lvl="1" indent="-228600" algn="l" rtl="0">
              <a:lnSpc>
                <a:spcPct val="110000"/>
              </a:lnSpc>
              <a:spcBef>
                <a:spcPts val="700"/>
              </a:spcBef>
              <a:spcAft>
                <a:spcPts val="0"/>
              </a:spcAft>
              <a:buSzPts val="2200"/>
              <a:buChar char="–"/>
            </a:pPr>
            <a:r>
              <a:rPr lang="en-US" sz="2200" dirty="0"/>
              <a:t>It consists of 2 files that gets installed in a same directory:</a:t>
            </a:r>
            <a:endParaRPr dirty="0"/>
          </a:p>
          <a:p>
            <a:pPr marL="1143000" lvl="2" indent="-228600" algn="l" rtl="0">
              <a:lnSpc>
                <a:spcPct val="110000"/>
              </a:lnSpc>
              <a:spcBef>
                <a:spcPts val="700"/>
              </a:spcBef>
              <a:spcAft>
                <a:spcPts val="0"/>
              </a:spcAft>
              <a:buSzPts val="2000"/>
              <a:buChar char="•"/>
            </a:pPr>
            <a:r>
              <a:rPr lang="en-US" sz="2000" dirty="0"/>
              <a:t>Dynamic Link Library (DLL):- </a:t>
            </a:r>
            <a:r>
              <a:rPr lang="en-US" sz="2000" b="1" dirty="0">
                <a:solidFill>
                  <a:srgbClr val="FF0000"/>
                </a:solidFill>
              </a:rPr>
              <a:t>does all the recording of the keystrokes</a:t>
            </a:r>
            <a:endParaRPr sz="2000" b="1" dirty="0"/>
          </a:p>
          <a:p>
            <a:pPr marL="1143000" lvl="2" indent="-228600" algn="l" rtl="0">
              <a:lnSpc>
                <a:spcPct val="110000"/>
              </a:lnSpc>
              <a:spcBef>
                <a:spcPts val="700"/>
              </a:spcBef>
              <a:spcAft>
                <a:spcPts val="0"/>
              </a:spcAft>
              <a:buSzPts val="2000"/>
              <a:buChar char="•"/>
            </a:pPr>
            <a:r>
              <a:rPr lang="en-US" sz="2000" dirty="0" err="1"/>
              <a:t>EXEcutable</a:t>
            </a:r>
            <a:r>
              <a:rPr lang="en-US" sz="2000" dirty="0"/>
              <a:t> (EXE) file that installs DLL </a:t>
            </a:r>
            <a:endParaRPr dirty="0"/>
          </a:p>
          <a:p>
            <a:pPr marL="685800" lvl="1" indent="-88900" algn="l" rtl="0">
              <a:lnSpc>
                <a:spcPct val="110000"/>
              </a:lnSpc>
              <a:spcBef>
                <a:spcPts val="700"/>
              </a:spcBef>
              <a:spcAft>
                <a:spcPts val="0"/>
              </a:spcAft>
              <a:buSzPts val="2200"/>
              <a:buNone/>
            </a:pPr>
            <a:endParaRPr sz="2200" dirty="0"/>
          </a:p>
          <a:p>
            <a:pPr marL="1143000" lvl="2" indent="-101600" algn="l" rtl="0">
              <a:lnSpc>
                <a:spcPct val="110000"/>
              </a:lnSpc>
              <a:spcBef>
                <a:spcPts val="700"/>
              </a:spcBef>
              <a:spcAft>
                <a:spcPts val="0"/>
              </a:spcAft>
              <a:buSzPts val="2000"/>
              <a:buNone/>
            </a:pPr>
            <a:endParaRPr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sp>
        <p:nvSpPr>
          <p:cNvPr id="197" name="Google Shape;197;p4"/>
          <p:cNvSpPr txBox="1">
            <a:spLocks noGrp="1"/>
          </p:cNvSpPr>
          <p:nvPr>
            <p:ph type="title"/>
          </p:nvPr>
        </p:nvSpPr>
        <p:spPr>
          <a:xfrm>
            <a:off x="1251678" y="382385"/>
            <a:ext cx="10178322" cy="1492132"/>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2"/>
              </a:buClr>
              <a:buSzPts val="5100"/>
              <a:buFont typeface="Impact"/>
              <a:buNone/>
            </a:pPr>
            <a:r>
              <a:rPr lang="en-US" dirty="0"/>
              <a:t>SOME EXAMPLES OF SOFTWARE KEYLOGGERS</a:t>
            </a:r>
            <a:endParaRPr dirty="0"/>
          </a:p>
        </p:txBody>
      </p:sp>
      <p:sp>
        <p:nvSpPr>
          <p:cNvPr id="198" name="Google Shape;198;p4"/>
          <p:cNvSpPr txBox="1">
            <a:spLocks noGrp="1"/>
          </p:cNvSpPr>
          <p:nvPr>
            <p:ph type="body" idx="1"/>
          </p:nvPr>
        </p:nvSpPr>
        <p:spPr>
          <a:xfrm>
            <a:off x="1251678" y="2286001"/>
            <a:ext cx="10178322" cy="3593591"/>
          </a:xfrm>
          <a:prstGeom prst="rect">
            <a:avLst/>
          </a:prstGeom>
          <a:noFill/>
          <a:ln>
            <a:noFill/>
          </a:ln>
        </p:spPr>
        <p:txBody>
          <a:bodyPr spcFirstLastPara="1" wrap="square" lIns="91425" tIns="45700" rIns="91425" bIns="45700" anchor="t" anchorCtr="0">
            <a:normAutofit/>
          </a:bodyPr>
          <a:lstStyle/>
          <a:p>
            <a:pPr marL="228600" lvl="0" indent="-228600" algn="l" rtl="0">
              <a:lnSpc>
                <a:spcPct val="110000"/>
              </a:lnSpc>
              <a:spcBef>
                <a:spcPts val="0"/>
              </a:spcBef>
              <a:spcAft>
                <a:spcPts val="0"/>
              </a:spcAft>
              <a:buSzPts val="2400"/>
              <a:buChar char="•"/>
            </a:pPr>
            <a:r>
              <a:rPr lang="en-US" sz="2400" dirty="0"/>
              <a:t>soft-central.net</a:t>
            </a:r>
            <a:endParaRPr dirty="0"/>
          </a:p>
          <a:p>
            <a:pPr marL="228600" lvl="0" indent="-228600" algn="l" rtl="0">
              <a:lnSpc>
                <a:spcPct val="110000"/>
              </a:lnSpc>
              <a:spcBef>
                <a:spcPts val="700"/>
              </a:spcBef>
              <a:spcAft>
                <a:spcPts val="0"/>
              </a:spcAft>
              <a:buSzPts val="2400"/>
              <a:buChar char="•"/>
            </a:pPr>
            <a:r>
              <a:rPr lang="en-US" sz="2400" dirty="0"/>
              <a:t>spytech-web.com</a:t>
            </a:r>
            <a:endParaRPr dirty="0"/>
          </a:p>
          <a:p>
            <a:pPr marL="228600" lvl="0" indent="-228600" algn="l" rtl="0">
              <a:lnSpc>
                <a:spcPct val="110000"/>
              </a:lnSpc>
              <a:spcBef>
                <a:spcPts val="700"/>
              </a:spcBef>
              <a:spcAft>
                <a:spcPts val="0"/>
              </a:spcAft>
              <a:buSzPts val="2400"/>
              <a:buChar char="•"/>
            </a:pPr>
            <a:r>
              <a:rPr lang="en-US" sz="2400" dirty="0"/>
              <a:t>stealthkeylogger.org</a:t>
            </a:r>
            <a:endParaRPr dirty="0"/>
          </a:p>
          <a:p>
            <a:pPr marL="228600" lvl="0" indent="-228600" algn="l" rtl="0">
              <a:lnSpc>
                <a:spcPct val="110000"/>
              </a:lnSpc>
              <a:spcBef>
                <a:spcPts val="700"/>
              </a:spcBef>
              <a:spcAft>
                <a:spcPts val="0"/>
              </a:spcAft>
              <a:buSzPts val="2400"/>
              <a:buChar char="•"/>
            </a:pPr>
            <a:r>
              <a:rPr lang="en-US" sz="2400" dirty="0"/>
              <a:t>blazingtools.com</a:t>
            </a:r>
            <a:endParaRPr dirty="0"/>
          </a:p>
          <a:p>
            <a:pPr marL="228600" lvl="0" indent="-228600" algn="l" rtl="0">
              <a:lnSpc>
                <a:spcPct val="110000"/>
              </a:lnSpc>
              <a:spcBef>
                <a:spcPts val="700"/>
              </a:spcBef>
              <a:spcAft>
                <a:spcPts val="0"/>
              </a:spcAft>
              <a:buSzPts val="2400"/>
              <a:buChar char="•"/>
            </a:pPr>
            <a:r>
              <a:rPr lang="en-US" sz="2400" dirty="0"/>
              <a:t>mykeylogger.com</a:t>
            </a:r>
            <a:endParaRPr dirty="0"/>
          </a:p>
          <a:p>
            <a:pPr marL="228600" lvl="0" indent="-228600" algn="l" rtl="0">
              <a:lnSpc>
                <a:spcPct val="110000"/>
              </a:lnSpc>
              <a:spcBef>
                <a:spcPts val="700"/>
              </a:spcBef>
              <a:spcAft>
                <a:spcPts val="0"/>
              </a:spcAft>
              <a:buSzPts val="2400"/>
              <a:buChar char="•"/>
            </a:pPr>
            <a:r>
              <a:rPr lang="en-US" sz="2400" dirty="0"/>
              <a:t>x-pcsoft.com</a:t>
            </a:r>
            <a:endParaRPr dirty="0"/>
          </a:p>
          <a:p>
            <a:pPr marL="228600" lvl="0" indent="-228600" algn="l" rtl="0">
              <a:lnSpc>
                <a:spcPct val="110000"/>
              </a:lnSpc>
              <a:spcBef>
                <a:spcPts val="700"/>
              </a:spcBef>
              <a:spcAft>
                <a:spcPts val="0"/>
              </a:spcAft>
              <a:buSzPts val="2400"/>
              <a:buChar char="•"/>
            </a:pPr>
            <a:r>
              <a:rPr lang="en-US" sz="2400" dirty="0"/>
              <a:t>cyberspysoftware.com</a:t>
            </a:r>
            <a:endParaRPr dirty="0"/>
          </a:p>
          <a:p>
            <a:pPr marL="228600" lvl="0" indent="-76200" algn="l" rtl="0">
              <a:lnSpc>
                <a:spcPct val="110000"/>
              </a:lnSpc>
              <a:spcBef>
                <a:spcPts val="700"/>
              </a:spcBef>
              <a:spcAft>
                <a:spcPts val="0"/>
              </a:spcAft>
              <a:buSzPts val="2400"/>
              <a:buNone/>
            </a:pPr>
            <a:endParaRPr sz="2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p5"/>
          <p:cNvSpPr txBox="1">
            <a:spLocks noGrp="1"/>
          </p:cNvSpPr>
          <p:nvPr>
            <p:ph type="title"/>
          </p:nvPr>
        </p:nvSpPr>
        <p:spPr>
          <a:xfrm>
            <a:off x="1251678" y="382385"/>
            <a:ext cx="10178322" cy="1126819"/>
          </a:xfrm>
          <a:prstGeom prst="rect">
            <a:avLst/>
          </a:prstGeom>
          <a:noFill/>
          <a:ln>
            <a:noFill/>
          </a:ln>
        </p:spPr>
        <p:txBody>
          <a:bodyPr spcFirstLastPara="1" wrap="square" lIns="91425" tIns="45700" rIns="91425" bIns="45700" anchor="t" anchorCtr="0">
            <a:normAutofit fontScale="90000"/>
          </a:bodyPr>
          <a:lstStyle/>
          <a:p>
            <a:pPr marL="0" lvl="0" indent="0" algn="l" rtl="0">
              <a:lnSpc>
                <a:spcPct val="90000"/>
              </a:lnSpc>
              <a:spcBef>
                <a:spcPts val="0"/>
              </a:spcBef>
              <a:spcAft>
                <a:spcPts val="0"/>
              </a:spcAft>
              <a:buClr>
                <a:schemeClr val="dk2"/>
              </a:buClr>
              <a:buSzPts val="4590"/>
              <a:buFont typeface="Impact"/>
              <a:buNone/>
            </a:pPr>
            <a:r>
              <a:rPr lang="en-US" sz="4590"/>
              <a:t>KEYLOGGERS AND SPYWARES</a:t>
            </a:r>
            <a:br>
              <a:rPr lang="en-US" sz="4590"/>
            </a:br>
            <a:endParaRPr sz="4590"/>
          </a:p>
        </p:txBody>
      </p:sp>
      <p:sp>
        <p:nvSpPr>
          <p:cNvPr id="204" name="Google Shape;204;p5"/>
          <p:cNvSpPr txBox="1">
            <a:spLocks noGrp="1"/>
          </p:cNvSpPr>
          <p:nvPr>
            <p:ph type="body" idx="1"/>
          </p:nvPr>
        </p:nvSpPr>
        <p:spPr>
          <a:xfrm>
            <a:off x="1251678" y="1509205"/>
            <a:ext cx="10178322" cy="4370388"/>
          </a:xfrm>
          <a:prstGeom prst="rect">
            <a:avLst/>
          </a:prstGeom>
          <a:noFill/>
          <a:ln>
            <a:noFill/>
          </a:ln>
        </p:spPr>
        <p:txBody>
          <a:bodyPr spcFirstLastPara="1" wrap="square" lIns="91425" tIns="45700" rIns="91425" bIns="45700" anchor="t" anchorCtr="0">
            <a:normAutofit/>
          </a:bodyPr>
          <a:lstStyle/>
          <a:p>
            <a:pPr marL="228600" lvl="0" indent="-228600" algn="l" rtl="0">
              <a:lnSpc>
                <a:spcPct val="110000"/>
              </a:lnSpc>
              <a:spcBef>
                <a:spcPts val="0"/>
              </a:spcBef>
              <a:spcAft>
                <a:spcPts val="0"/>
              </a:spcAft>
              <a:buSzPts val="2400"/>
              <a:buChar char="•"/>
            </a:pPr>
            <a:r>
              <a:rPr lang="en-US" sz="2400" u="sng" dirty="0"/>
              <a:t>HARDWARE KEYLOGGERS:</a:t>
            </a:r>
            <a:endParaRPr dirty="0"/>
          </a:p>
          <a:p>
            <a:pPr marL="685800" lvl="1" indent="-228600" algn="l" rtl="0">
              <a:lnSpc>
                <a:spcPct val="110000"/>
              </a:lnSpc>
              <a:spcBef>
                <a:spcPts val="700"/>
              </a:spcBef>
              <a:spcAft>
                <a:spcPts val="0"/>
              </a:spcAft>
              <a:buSzPts val="2200"/>
              <a:buChar char="–"/>
            </a:pPr>
            <a:r>
              <a:rPr lang="en-US" sz="2200" dirty="0"/>
              <a:t>It is physical access to install the keyloggers.</a:t>
            </a:r>
            <a:endParaRPr dirty="0"/>
          </a:p>
          <a:p>
            <a:pPr marL="685800" lvl="1" indent="-88900" algn="l" rtl="0">
              <a:lnSpc>
                <a:spcPct val="110000"/>
              </a:lnSpc>
              <a:spcBef>
                <a:spcPts val="700"/>
              </a:spcBef>
              <a:spcAft>
                <a:spcPts val="0"/>
              </a:spcAft>
              <a:buSzPts val="2200"/>
              <a:buNone/>
            </a:pPr>
            <a:endParaRPr sz="2200" dirty="0"/>
          </a:p>
        </p:txBody>
      </p:sp>
      <p:pic>
        <p:nvPicPr>
          <p:cNvPr id="205" name="Google Shape;205;p5"/>
          <p:cNvPicPr preferRelativeResize="0"/>
          <p:nvPr/>
        </p:nvPicPr>
        <p:blipFill rotWithShape="1">
          <a:blip r:embed="rId3">
            <a:alphaModFix/>
          </a:blip>
          <a:srcRect/>
          <a:stretch/>
        </p:blipFill>
        <p:spPr>
          <a:xfrm>
            <a:off x="762000" y="2879218"/>
            <a:ext cx="5265938" cy="2764617"/>
          </a:xfrm>
          <a:prstGeom prst="rect">
            <a:avLst/>
          </a:prstGeom>
          <a:noFill/>
          <a:ln>
            <a:noFill/>
          </a:ln>
        </p:spPr>
      </p:pic>
      <p:pic>
        <p:nvPicPr>
          <p:cNvPr id="206" name="Google Shape;206;p5"/>
          <p:cNvPicPr preferRelativeResize="0"/>
          <p:nvPr/>
        </p:nvPicPr>
        <p:blipFill rotWithShape="1">
          <a:blip r:embed="rId4">
            <a:alphaModFix/>
          </a:blip>
          <a:srcRect/>
          <a:stretch/>
        </p:blipFill>
        <p:spPr>
          <a:xfrm>
            <a:off x="6442969" y="2879218"/>
            <a:ext cx="4572000" cy="25908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sp>
        <p:nvSpPr>
          <p:cNvPr id="211" name="Google Shape;211;p6"/>
          <p:cNvSpPr txBox="1">
            <a:spLocks noGrp="1"/>
          </p:cNvSpPr>
          <p:nvPr>
            <p:ph type="title"/>
          </p:nvPr>
        </p:nvSpPr>
        <p:spPr>
          <a:xfrm>
            <a:off x="1251678" y="382385"/>
            <a:ext cx="10178322" cy="1492132"/>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2"/>
              </a:buClr>
              <a:buSzPts val="5100"/>
              <a:buFont typeface="Impact"/>
              <a:buNone/>
            </a:pPr>
            <a:r>
              <a:rPr lang="en-US"/>
              <a:t>ANTI-KEYLOGGER</a:t>
            </a:r>
            <a:endParaRPr/>
          </a:p>
        </p:txBody>
      </p:sp>
      <p:sp>
        <p:nvSpPr>
          <p:cNvPr id="212" name="Google Shape;212;p6"/>
          <p:cNvSpPr txBox="1">
            <a:spLocks noGrp="1"/>
          </p:cNvSpPr>
          <p:nvPr>
            <p:ph type="body" idx="1"/>
          </p:nvPr>
        </p:nvSpPr>
        <p:spPr>
          <a:xfrm>
            <a:off x="1251678" y="1526959"/>
            <a:ext cx="10178322" cy="4352633"/>
          </a:xfrm>
          <a:prstGeom prst="rect">
            <a:avLst/>
          </a:prstGeom>
          <a:noFill/>
          <a:ln>
            <a:noFill/>
          </a:ln>
        </p:spPr>
        <p:txBody>
          <a:bodyPr spcFirstLastPara="1" wrap="square" lIns="91425" tIns="45700" rIns="91425" bIns="45700" anchor="t" anchorCtr="0">
            <a:normAutofit/>
          </a:bodyPr>
          <a:lstStyle/>
          <a:p>
            <a:pPr marL="228600" lvl="0" indent="-228600" algn="l" rtl="0">
              <a:lnSpc>
                <a:spcPct val="110000"/>
              </a:lnSpc>
              <a:spcBef>
                <a:spcPts val="0"/>
              </a:spcBef>
              <a:spcAft>
                <a:spcPts val="0"/>
              </a:spcAft>
              <a:buSzPts val="2400"/>
              <a:buChar char="•"/>
            </a:pPr>
            <a:r>
              <a:rPr lang="en-US" sz="2400" dirty="0"/>
              <a:t>Anti-keyloggers can detect installation of keyloggers as firewalls can’t</a:t>
            </a:r>
            <a:endParaRPr dirty="0"/>
          </a:p>
          <a:p>
            <a:pPr marL="228600" lvl="0" indent="-228600" algn="l" rtl="0">
              <a:lnSpc>
                <a:spcPct val="110000"/>
              </a:lnSpc>
              <a:spcBef>
                <a:spcPts val="700"/>
              </a:spcBef>
              <a:spcAft>
                <a:spcPts val="0"/>
              </a:spcAft>
              <a:buSzPts val="2400"/>
              <a:buChar char="•"/>
            </a:pPr>
            <a:r>
              <a:rPr lang="en-US" sz="2400" dirty="0"/>
              <a:t>This software does not require regular updates as other anti-virus </a:t>
            </a:r>
            <a:r>
              <a:rPr lang="en-US" sz="2400" dirty="0" err="1"/>
              <a:t>softwares</a:t>
            </a:r>
            <a:endParaRPr sz="2400" dirty="0"/>
          </a:p>
          <a:p>
            <a:pPr marL="228600" lvl="0" indent="-228600" algn="l" rtl="0">
              <a:lnSpc>
                <a:spcPct val="110000"/>
              </a:lnSpc>
              <a:spcBef>
                <a:spcPts val="700"/>
              </a:spcBef>
              <a:spcAft>
                <a:spcPts val="0"/>
              </a:spcAft>
              <a:buSzPts val="2400"/>
              <a:buChar char="•"/>
            </a:pPr>
            <a:r>
              <a:rPr lang="en-US" sz="2400" dirty="0"/>
              <a:t>Prevents internet banking frauds</a:t>
            </a:r>
            <a:endParaRPr dirty="0"/>
          </a:p>
          <a:p>
            <a:pPr marL="228600" lvl="0" indent="-228600" algn="l" rtl="0">
              <a:lnSpc>
                <a:spcPct val="110000"/>
              </a:lnSpc>
              <a:spcBef>
                <a:spcPts val="700"/>
              </a:spcBef>
              <a:spcAft>
                <a:spcPts val="0"/>
              </a:spcAft>
              <a:buSzPts val="2400"/>
              <a:buChar char="•"/>
            </a:pPr>
            <a:r>
              <a:rPr lang="en-US" sz="2400" dirty="0"/>
              <a:t>It prevents ID theft</a:t>
            </a:r>
            <a:endParaRPr dirty="0"/>
          </a:p>
          <a:p>
            <a:pPr marL="228600" lvl="0" indent="-228600" algn="l" rtl="0">
              <a:lnSpc>
                <a:spcPct val="110000"/>
              </a:lnSpc>
              <a:spcBef>
                <a:spcPts val="700"/>
              </a:spcBef>
              <a:spcAft>
                <a:spcPts val="0"/>
              </a:spcAft>
              <a:buSzPts val="2400"/>
              <a:buChar char="•"/>
            </a:pPr>
            <a:r>
              <a:rPr lang="en-US" sz="2400" dirty="0"/>
              <a:t>Secures E-mail, instant messaging/chatting</a:t>
            </a:r>
            <a:endParaRPr sz="2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sp>
        <p:nvSpPr>
          <p:cNvPr id="217" name="Google Shape;217;p7"/>
          <p:cNvSpPr txBox="1">
            <a:spLocks noGrp="1"/>
          </p:cNvSpPr>
          <p:nvPr>
            <p:ph type="title"/>
          </p:nvPr>
        </p:nvSpPr>
        <p:spPr>
          <a:xfrm>
            <a:off x="1251678" y="382385"/>
            <a:ext cx="10178322" cy="1492132"/>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2"/>
              </a:buClr>
              <a:buSzPts val="5100"/>
              <a:buFont typeface="Impact"/>
              <a:buNone/>
            </a:pPr>
            <a:r>
              <a:rPr lang="en-US"/>
              <a:t>SPYWARES</a:t>
            </a:r>
            <a:endParaRPr/>
          </a:p>
        </p:txBody>
      </p:sp>
      <p:sp>
        <p:nvSpPr>
          <p:cNvPr id="218" name="Google Shape;218;p7"/>
          <p:cNvSpPr txBox="1">
            <a:spLocks noGrp="1"/>
          </p:cNvSpPr>
          <p:nvPr>
            <p:ph type="body" idx="1"/>
          </p:nvPr>
        </p:nvSpPr>
        <p:spPr>
          <a:xfrm>
            <a:off x="1251678" y="1455939"/>
            <a:ext cx="10178322" cy="4423654"/>
          </a:xfrm>
          <a:prstGeom prst="rect">
            <a:avLst/>
          </a:prstGeom>
          <a:noFill/>
          <a:ln>
            <a:noFill/>
          </a:ln>
        </p:spPr>
        <p:txBody>
          <a:bodyPr spcFirstLastPara="1" wrap="square" lIns="91425" tIns="45700" rIns="91425" bIns="45700" anchor="t" anchorCtr="0">
            <a:normAutofit/>
          </a:bodyPr>
          <a:lstStyle/>
          <a:p>
            <a:pPr marL="228600" lvl="0" indent="-228600" algn="l" rtl="0">
              <a:lnSpc>
                <a:spcPct val="110000"/>
              </a:lnSpc>
              <a:spcBef>
                <a:spcPts val="0"/>
              </a:spcBef>
              <a:spcAft>
                <a:spcPts val="0"/>
              </a:spcAft>
              <a:buSzPts val="2400"/>
              <a:buChar char="•"/>
            </a:pPr>
            <a:r>
              <a:rPr lang="en-US" sz="2400" dirty="0"/>
              <a:t>A type of malware which when installed on a PC collects all the user information without user’s knowledge</a:t>
            </a:r>
            <a:endParaRPr dirty="0"/>
          </a:p>
          <a:p>
            <a:pPr marL="228600" lvl="0" indent="-228600" algn="l" rtl="0">
              <a:lnSpc>
                <a:spcPct val="110000"/>
              </a:lnSpc>
              <a:spcBef>
                <a:spcPts val="700"/>
              </a:spcBef>
              <a:spcAft>
                <a:spcPts val="0"/>
              </a:spcAft>
              <a:buSzPts val="2400"/>
              <a:buChar char="•"/>
            </a:pPr>
            <a:r>
              <a:rPr lang="en-US" sz="2400" dirty="0"/>
              <a:t>It’s presence can’t be </a:t>
            </a:r>
            <a:r>
              <a:rPr lang="en-US" sz="2400" dirty="0" err="1"/>
              <a:t>detected..hence</a:t>
            </a:r>
            <a:r>
              <a:rPr lang="en-US" sz="2400" dirty="0"/>
              <a:t> SPYWARE.</a:t>
            </a:r>
            <a:endParaRPr dirty="0"/>
          </a:p>
          <a:p>
            <a:pPr marL="228600" lvl="0" indent="-228600" algn="l" rtl="0">
              <a:lnSpc>
                <a:spcPct val="110000"/>
              </a:lnSpc>
              <a:spcBef>
                <a:spcPts val="700"/>
              </a:spcBef>
              <a:spcAft>
                <a:spcPts val="0"/>
              </a:spcAft>
              <a:buSzPts val="2400"/>
              <a:buChar char="•"/>
            </a:pPr>
            <a:r>
              <a:rPr lang="en-US" sz="2400" dirty="0"/>
              <a:t>Eg:	</a:t>
            </a:r>
            <a:endParaRPr dirty="0"/>
          </a:p>
          <a:p>
            <a:pPr marL="685800" lvl="1" indent="-228600" algn="l" rtl="0">
              <a:lnSpc>
                <a:spcPct val="110000"/>
              </a:lnSpc>
              <a:spcBef>
                <a:spcPts val="700"/>
              </a:spcBef>
              <a:spcAft>
                <a:spcPts val="0"/>
              </a:spcAft>
              <a:buSzPts val="2200"/>
              <a:buChar char="–"/>
            </a:pPr>
            <a:r>
              <a:rPr lang="en-US" sz="2200" dirty="0"/>
              <a:t>. e-spy-software.com</a:t>
            </a:r>
            <a:endParaRPr dirty="0"/>
          </a:p>
          <a:p>
            <a:pPr marL="685800" lvl="1" indent="-228600" algn="l" rtl="0">
              <a:lnSpc>
                <a:spcPct val="110000"/>
              </a:lnSpc>
              <a:spcBef>
                <a:spcPts val="700"/>
              </a:spcBef>
              <a:spcAft>
                <a:spcPts val="0"/>
              </a:spcAft>
              <a:buSzPts val="2200"/>
              <a:buChar char="–"/>
            </a:pPr>
            <a:r>
              <a:rPr lang="en-US" sz="2200" dirty="0"/>
              <a:t>spectorsoft.com</a:t>
            </a:r>
            <a:endParaRPr dirty="0"/>
          </a:p>
          <a:p>
            <a:pPr marL="685800" lvl="1" indent="-228600" algn="l" rtl="0">
              <a:lnSpc>
                <a:spcPct val="110000"/>
              </a:lnSpc>
              <a:spcBef>
                <a:spcPts val="700"/>
              </a:spcBef>
              <a:spcAft>
                <a:spcPts val="0"/>
              </a:spcAft>
              <a:buSzPts val="2200"/>
              <a:buChar char="–"/>
            </a:pPr>
            <a:r>
              <a:rPr lang="en-US" sz="2200" dirty="0"/>
              <a:t>remotespy.com </a:t>
            </a:r>
            <a:endParaRPr sz="2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43"/>
        <p:cNvGrpSpPr/>
        <p:nvPr/>
      </p:nvGrpSpPr>
      <p:grpSpPr>
        <a:xfrm>
          <a:off x="0" y="0"/>
          <a:ext cx="0" cy="0"/>
          <a:chOff x="0" y="0"/>
          <a:chExt cx="0" cy="0"/>
        </a:xfrm>
      </p:grpSpPr>
      <p:sp>
        <p:nvSpPr>
          <p:cNvPr id="244" name="Google Shape;244;p11"/>
          <p:cNvSpPr txBox="1">
            <a:spLocks noGrp="1"/>
          </p:cNvSpPr>
          <p:nvPr>
            <p:ph type="title"/>
          </p:nvPr>
        </p:nvSpPr>
        <p:spPr>
          <a:xfrm>
            <a:off x="1251678" y="382385"/>
            <a:ext cx="10178322" cy="1492132"/>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2"/>
              </a:buClr>
              <a:buSzPts val="5100"/>
              <a:buFont typeface="Impact"/>
              <a:buNone/>
            </a:pPr>
            <a:r>
              <a:rPr lang="en-US" dirty="0"/>
              <a:t>PHISHING</a:t>
            </a:r>
            <a:endParaRPr dirty="0"/>
          </a:p>
        </p:txBody>
      </p:sp>
      <p:sp>
        <p:nvSpPr>
          <p:cNvPr id="245" name="Google Shape;245;p11"/>
          <p:cNvSpPr txBox="1">
            <a:spLocks noGrp="1"/>
          </p:cNvSpPr>
          <p:nvPr>
            <p:ph type="body" idx="1"/>
          </p:nvPr>
        </p:nvSpPr>
        <p:spPr>
          <a:xfrm>
            <a:off x="1251678" y="2312634"/>
            <a:ext cx="10178322" cy="3593591"/>
          </a:xfrm>
          <a:prstGeom prst="rect">
            <a:avLst/>
          </a:prstGeom>
          <a:noFill/>
          <a:ln>
            <a:noFill/>
          </a:ln>
        </p:spPr>
        <p:txBody>
          <a:bodyPr spcFirstLastPara="1" wrap="square" lIns="91425" tIns="45700" rIns="91425" bIns="45700" anchor="t" anchorCtr="0">
            <a:normAutofit/>
          </a:bodyPr>
          <a:lstStyle/>
          <a:p>
            <a:pPr marL="0" lvl="0" indent="0" algn="l" rtl="0">
              <a:lnSpc>
                <a:spcPct val="110000"/>
              </a:lnSpc>
              <a:spcBef>
                <a:spcPts val="0"/>
              </a:spcBef>
              <a:spcAft>
                <a:spcPts val="0"/>
              </a:spcAft>
              <a:buSzPts val="2400"/>
              <a:buNone/>
            </a:pPr>
            <a:r>
              <a:rPr lang="en-US" sz="2400" i="1" dirty="0">
                <a:solidFill>
                  <a:srgbClr val="FF0000"/>
                </a:solidFill>
              </a:rPr>
              <a:t>While checking E-mail one day a user finds a message from the bank threatening him/her to close the bank if he/she doesn’t reply immediately. </a:t>
            </a:r>
            <a:endParaRPr dirty="0"/>
          </a:p>
          <a:p>
            <a:pPr marL="228600" lvl="0" indent="-228600" algn="l" rtl="0">
              <a:lnSpc>
                <a:spcPct val="110000"/>
              </a:lnSpc>
              <a:spcBef>
                <a:spcPts val="700"/>
              </a:spcBef>
              <a:spcAft>
                <a:spcPts val="0"/>
              </a:spcAft>
              <a:buSzPts val="2400"/>
              <a:buChar char="•"/>
            </a:pPr>
            <a:r>
              <a:rPr lang="en-US" sz="2400" dirty="0">
                <a:solidFill>
                  <a:schemeClr val="dk1"/>
                </a:solidFill>
              </a:rPr>
              <a:t>It is difficult to conclude whether the msg is fake or not.</a:t>
            </a:r>
            <a:endParaRPr dirty="0"/>
          </a:p>
          <a:p>
            <a:pPr marL="228600" lvl="0" indent="-228600" algn="l" rtl="0">
              <a:lnSpc>
                <a:spcPct val="110000"/>
              </a:lnSpc>
              <a:spcBef>
                <a:spcPts val="700"/>
              </a:spcBef>
              <a:spcAft>
                <a:spcPts val="0"/>
              </a:spcAft>
              <a:buSzPts val="2400"/>
              <a:buChar char="•"/>
            </a:pPr>
            <a:r>
              <a:rPr lang="en-US" sz="2400" dirty="0">
                <a:solidFill>
                  <a:schemeClr val="dk1"/>
                </a:solidFill>
              </a:rPr>
              <a:t>Such messages or E-mails can steal personal or financial data, can infect the system with viruses.</a:t>
            </a:r>
            <a:endParaRPr dirty="0"/>
          </a:p>
          <a:p>
            <a:pPr marL="228600" lvl="0" indent="-228600" algn="l" rtl="0">
              <a:lnSpc>
                <a:spcPct val="110000"/>
              </a:lnSpc>
              <a:spcBef>
                <a:spcPts val="700"/>
              </a:spcBef>
              <a:spcAft>
                <a:spcPts val="0"/>
              </a:spcAft>
              <a:buSzPts val="2400"/>
              <a:buChar char="•"/>
            </a:pPr>
            <a:r>
              <a:rPr lang="en-US" sz="2400" dirty="0">
                <a:solidFill>
                  <a:schemeClr val="dk1"/>
                </a:solidFill>
              </a:rPr>
              <a:t>These messages can mimic as coming from any Bank, or from legitimate shopping sites such </a:t>
            </a:r>
            <a:r>
              <a:rPr lang="en-US" sz="2400" i="1" dirty="0">
                <a:solidFill>
                  <a:schemeClr val="dk1"/>
                </a:solidFill>
              </a:rPr>
              <a:t>Amazon or eBay.</a:t>
            </a:r>
            <a:endParaRPr sz="2400" dirty="0">
              <a:solidFill>
                <a:schemeClr val="dk1"/>
              </a:solidFill>
            </a:endParaRPr>
          </a:p>
          <a:p>
            <a:pPr marL="228600" lvl="0" indent="-76200" algn="l" rtl="0">
              <a:lnSpc>
                <a:spcPct val="110000"/>
              </a:lnSpc>
              <a:spcBef>
                <a:spcPts val="700"/>
              </a:spcBef>
              <a:spcAft>
                <a:spcPts val="0"/>
              </a:spcAft>
              <a:buSzPts val="2400"/>
              <a:buNone/>
            </a:pPr>
            <a:endParaRPr sz="2400" dirty="0">
              <a:solidFill>
                <a:schemeClr val="dk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49"/>
        <p:cNvGrpSpPr/>
        <p:nvPr/>
      </p:nvGrpSpPr>
      <p:grpSpPr>
        <a:xfrm>
          <a:off x="0" y="0"/>
          <a:ext cx="0" cy="0"/>
          <a:chOff x="0" y="0"/>
          <a:chExt cx="0" cy="0"/>
        </a:xfrm>
      </p:grpSpPr>
      <p:sp>
        <p:nvSpPr>
          <p:cNvPr id="250" name="Google Shape;250;p12"/>
          <p:cNvSpPr txBox="1">
            <a:spLocks noGrp="1"/>
          </p:cNvSpPr>
          <p:nvPr>
            <p:ph type="title"/>
          </p:nvPr>
        </p:nvSpPr>
        <p:spPr>
          <a:xfrm>
            <a:off x="1251678" y="382385"/>
            <a:ext cx="10178322" cy="1492132"/>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2"/>
              </a:buClr>
              <a:buSzPts val="5100"/>
              <a:buFont typeface="Impact"/>
              <a:buNone/>
            </a:pPr>
            <a:r>
              <a:rPr lang="en-US"/>
              <a:t>PHISHING</a:t>
            </a:r>
            <a:endParaRPr/>
          </a:p>
        </p:txBody>
      </p:sp>
      <p:pic>
        <p:nvPicPr>
          <p:cNvPr id="251" name="Google Shape;251;p12"/>
          <p:cNvPicPr preferRelativeResize="0">
            <a:picLocks noGrp="1"/>
          </p:cNvPicPr>
          <p:nvPr>
            <p:ph type="body" idx="1"/>
          </p:nvPr>
        </p:nvPicPr>
        <p:blipFill rotWithShape="1">
          <a:blip r:embed="rId3">
            <a:alphaModFix/>
          </a:blip>
          <a:srcRect/>
          <a:stretch/>
        </p:blipFill>
        <p:spPr>
          <a:xfrm>
            <a:off x="932206" y="1601087"/>
            <a:ext cx="5000173" cy="3750130"/>
          </a:xfrm>
          <a:prstGeom prst="rect">
            <a:avLst/>
          </a:prstGeom>
          <a:noFill/>
          <a:ln>
            <a:noFill/>
          </a:ln>
        </p:spPr>
      </p:pic>
      <p:pic>
        <p:nvPicPr>
          <p:cNvPr id="252" name="Google Shape;252;p12"/>
          <p:cNvPicPr preferRelativeResize="0"/>
          <p:nvPr/>
        </p:nvPicPr>
        <p:blipFill rotWithShape="1">
          <a:blip r:embed="rId4">
            <a:alphaModFix/>
          </a:blip>
          <a:srcRect/>
          <a:stretch/>
        </p:blipFill>
        <p:spPr>
          <a:xfrm>
            <a:off x="6027938" y="1727543"/>
            <a:ext cx="5791200" cy="3255941"/>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56"/>
        <p:cNvGrpSpPr/>
        <p:nvPr/>
      </p:nvGrpSpPr>
      <p:grpSpPr>
        <a:xfrm>
          <a:off x="0" y="0"/>
          <a:ext cx="0" cy="0"/>
          <a:chOff x="0" y="0"/>
          <a:chExt cx="0" cy="0"/>
        </a:xfrm>
      </p:grpSpPr>
      <p:sp>
        <p:nvSpPr>
          <p:cNvPr id="257" name="Google Shape;257;p13"/>
          <p:cNvSpPr txBox="1">
            <a:spLocks noGrp="1"/>
          </p:cNvSpPr>
          <p:nvPr>
            <p:ph type="title"/>
          </p:nvPr>
        </p:nvSpPr>
        <p:spPr>
          <a:xfrm>
            <a:off x="1251678" y="382385"/>
            <a:ext cx="10178322" cy="1492132"/>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2"/>
              </a:buClr>
              <a:buSzPts val="5100"/>
              <a:buFont typeface="Impact"/>
              <a:buNone/>
            </a:pPr>
            <a:r>
              <a:rPr lang="en-US"/>
              <a:t>HOW PHISHING WORKS?</a:t>
            </a:r>
            <a:endParaRPr/>
          </a:p>
        </p:txBody>
      </p:sp>
      <p:pic>
        <p:nvPicPr>
          <p:cNvPr id="258" name="Google Shape;258;p13"/>
          <p:cNvPicPr preferRelativeResize="0">
            <a:picLocks noGrp="1"/>
          </p:cNvPicPr>
          <p:nvPr>
            <p:ph type="body" idx="1"/>
          </p:nvPr>
        </p:nvPicPr>
        <p:blipFill rotWithShape="1">
          <a:blip r:embed="rId3">
            <a:alphaModFix/>
          </a:blip>
          <a:srcRect/>
          <a:stretch/>
        </p:blipFill>
        <p:spPr>
          <a:xfrm>
            <a:off x="1396955" y="1460376"/>
            <a:ext cx="4560438" cy="3594100"/>
          </a:xfrm>
          <a:prstGeom prst="rect">
            <a:avLst/>
          </a:prstGeom>
          <a:noFill/>
          <a:ln>
            <a:noFill/>
          </a:ln>
        </p:spPr>
      </p:pic>
      <p:sp>
        <p:nvSpPr>
          <p:cNvPr id="259" name="Google Shape;259;p13"/>
          <p:cNvSpPr txBox="1"/>
          <p:nvPr/>
        </p:nvSpPr>
        <p:spPr>
          <a:xfrm>
            <a:off x="6096000" y="1128451"/>
            <a:ext cx="5595891" cy="3693319"/>
          </a:xfrm>
          <a:prstGeom prst="rect">
            <a:avLst/>
          </a:prstGeom>
          <a:noFill/>
          <a:ln>
            <a:noFill/>
          </a:ln>
        </p:spPr>
        <p:txBody>
          <a:bodyPr spcFirstLastPara="1" wrap="square" lIns="91425" tIns="45700" rIns="91425" bIns="45700" anchor="t" anchorCtr="0">
            <a:spAutoFit/>
          </a:bodyPr>
          <a:lstStyle/>
          <a:p>
            <a:pPr marL="342900" marR="0" lvl="0" indent="-342900" algn="l" rtl="0">
              <a:spcBef>
                <a:spcPts val="0"/>
              </a:spcBef>
              <a:spcAft>
                <a:spcPts val="0"/>
              </a:spcAft>
              <a:buClr>
                <a:schemeClr val="dk1"/>
              </a:buClr>
              <a:buSzPts val="1800"/>
              <a:buFont typeface="Impact"/>
              <a:buAutoNum type="arabicPeriod"/>
            </a:pPr>
            <a:r>
              <a:rPr lang="en-US" sz="1800" b="1" i="0" u="none" strike="noStrike" cap="none" dirty="0">
                <a:solidFill>
                  <a:schemeClr val="dk1"/>
                </a:solidFill>
                <a:latin typeface="Gill Sans"/>
                <a:ea typeface="Gill Sans"/>
                <a:cs typeface="Gill Sans"/>
                <a:sym typeface="Gill Sans"/>
              </a:rPr>
              <a:t>Planning: “ </a:t>
            </a:r>
            <a:r>
              <a:rPr lang="en-US" sz="1800" b="0" i="0" u="none" strike="noStrike" cap="none" dirty="0">
                <a:solidFill>
                  <a:schemeClr val="dk1"/>
                </a:solidFill>
                <a:latin typeface="Gill Sans"/>
                <a:ea typeface="Gill Sans"/>
                <a:cs typeface="Gill Sans"/>
                <a:sym typeface="Gill Sans"/>
              </a:rPr>
              <a:t>Phishers” decide the target &amp; determine how to get E-Mail address of targets.</a:t>
            </a:r>
            <a:endParaRPr dirty="0"/>
          </a:p>
          <a:p>
            <a:pPr marL="342900" marR="0" lvl="0" indent="-228600" algn="l" rtl="0">
              <a:spcBef>
                <a:spcPts val="0"/>
              </a:spcBef>
              <a:spcAft>
                <a:spcPts val="0"/>
              </a:spcAft>
              <a:buClr>
                <a:schemeClr val="dk1"/>
              </a:buClr>
              <a:buSzPts val="1800"/>
              <a:buFont typeface="Impact"/>
              <a:buNone/>
            </a:pPr>
            <a:endParaRPr sz="1800" b="0" i="0" u="none" strike="noStrike" cap="none" dirty="0">
              <a:solidFill>
                <a:schemeClr val="dk1"/>
              </a:solidFill>
              <a:latin typeface="Gill Sans"/>
              <a:ea typeface="Gill Sans"/>
              <a:cs typeface="Gill Sans"/>
              <a:sym typeface="Gill Sans"/>
            </a:endParaRPr>
          </a:p>
          <a:p>
            <a:pPr marL="342900" marR="0" lvl="0" indent="-342900" algn="l" rtl="0">
              <a:spcBef>
                <a:spcPts val="0"/>
              </a:spcBef>
              <a:spcAft>
                <a:spcPts val="0"/>
              </a:spcAft>
              <a:buClr>
                <a:schemeClr val="dk1"/>
              </a:buClr>
              <a:buSzPts val="1800"/>
              <a:buFont typeface="Impact"/>
              <a:buAutoNum type="arabicPeriod"/>
            </a:pPr>
            <a:r>
              <a:rPr lang="en-US" sz="1800" b="1" i="0" u="none" strike="noStrike" cap="none" dirty="0">
                <a:solidFill>
                  <a:schemeClr val="dk1"/>
                </a:solidFill>
                <a:latin typeface="Gill Sans"/>
                <a:ea typeface="Gill Sans"/>
                <a:cs typeface="Gill Sans"/>
                <a:sym typeface="Gill Sans"/>
              </a:rPr>
              <a:t>Setup: </a:t>
            </a:r>
            <a:r>
              <a:rPr lang="en-US" sz="1800" b="0" i="0" u="none" strike="noStrike" cap="none" dirty="0">
                <a:solidFill>
                  <a:schemeClr val="dk1"/>
                </a:solidFill>
                <a:latin typeface="Gill Sans"/>
                <a:ea typeface="Gill Sans"/>
                <a:cs typeface="Gill Sans"/>
                <a:sym typeface="Gill Sans"/>
              </a:rPr>
              <a:t>Once the target (business/ business house) is decided to spoof then the plan to deliver the messages &amp; to collect the data is created.</a:t>
            </a:r>
            <a:endParaRPr dirty="0"/>
          </a:p>
          <a:p>
            <a:pPr marL="342900" marR="0" lvl="0" indent="-228600" algn="l" rtl="0">
              <a:spcBef>
                <a:spcPts val="0"/>
              </a:spcBef>
              <a:spcAft>
                <a:spcPts val="0"/>
              </a:spcAft>
              <a:buClr>
                <a:schemeClr val="dk1"/>
              </a:buClr>
              <a:buSzPts val="1800"/>
              <a:buFont typeface="Impact"/>
              <a:buNone/>
            </a:pPr>
            <a:endParaRPr sz="1800" b="0" i="0" u="none" strike="noStrike" cap="none" dirty="0">
              <a:solidFill>
                <a:schemeClr val="dk1"/>
              </a:solidFill>
              <a:latin typeface="Gill Sans"/>
              <a:ea typeface="Gill Sans"/>
              <a:cs typeface="Gill Sans"/>
              <a:sym typeface="Gill Sans"/>
            </a:endParaRPr>
          </a:p>
          <a:p>
            <a:pPr marL="342900" marR="0" lvl="0" indent="-342900" algn="l" rtl="0">
              <a:spcBef>
                <a:spcPts val="0"/>
              </a:spcBef>
              <a:spcAft>
                <a:spcPts val="0"/>
              </a:spcAft>
              <a:buClr>
                <a:schemeClr val="dk1"/>
              </a:buClr>
              <a:buSzPts val="1800"/>
              <a:buFont typeface="Impact"/>
              <a:buAutoNum type="arabicPeriod"/>
            </a:pPr>
            <a:r>
              <a:rPr lang="en-US" sz="1800" b="1" i="0" u="none" strike="noStrike" cap="none" dirty="0">
                <a:solidFill>
                  <a:schemeClr val="dk1"/>
                </a:solidFill>
                <a:latin typeface="Gill Sans"/>
                <a:ea typeface="Gill Sans"/>
                <a:cs typeface="Gill Sans"/>
                <a:sym typeface="Gill Sans"/>
              </a:rPr>
              <a:t>Attack</a:t>
            </a:r>
            <a:endParaRPr dirty="0"/>
          </a:p>
          <a:p>
            <a:pPr marL="342900" marR="0" lvl="0" indent="-228600" algn="l" rtl="0">
              <a:spcBef>
                <a:spcPts val="0"/>
              </a:spcBef>
              <a:spcAft>
                <a:spcPts val="0"/>
              </a:spcAft>
              <a:buClr>
                <a:schemeClr val="dk1"/>
              </a:buClr>
              <a:buSzPts val="1800"/>
              <a:buFont typeface="Impact"/>
              <a:buNone/>
            </a:pPr>
            <a:endParaRPr sz="1800" b="1" i="0" u="none" strike="noStrike" cap="none" dirty="0">
              <a:solidFill>
                <a:schemeClr val="dk1"/>
              </a:solidFill>
              <a:latin typeface="Gill Sans"/>
              <a:ea typeface="Gill Sans"/>
              <a:cs typeface="Gill Sans"/>
              <a:sym typeface="Gill Sans"/>
            </a:endParaRPr>
          </a:p>
          <a:p>
            <a:pPr marL="342900" marR="0" lvl="0" indent="-342900" algn="l" rtl="0">
              <a:spcBef>
                <a:spcPts val="0"/>
              </a:spcBef>
              <a:spcAft>
                <a:spcPts val="0"/>
              </a:spcAft>
              <a:buClr>
                <a:schemeClr val="dk1"/>
              </a:buClr>
              <a:buSzPts val="1800"/>
              <a:buFont typeface="Impact"/>
              <a:buAutoNum type="arabicPeriod"/>
            </a:pPr>
            <a:r>
              <a:rPr lang="en-US" sz="1800" b="1" i="0" u="none" strike="noStrike" cap="none" dirty="0">
                <a:solidFill>
                  <a:schemeClr val="dk1"/>
                </a:solidFill>
                <a:latin typeface="Gill Sans"/>
                <a:ea typeface="Gill Sans"/>
                <a:cs typeface="Gill Sans"/>
                <a:sym typeface="Gill Sans"/>
              </a:rPr>
              <a:t>Collection: </a:t>
            </a:r>
            <a:r>
              <a:rPr lang="en-US" sz="1800" b="0" i="0" u="none" strike="noStrike" cap="none" dirty="0">
                <a:solidFill>
                  <a:schemeClr val="dk1"/>
                </a:solidFill>
                <a:latin typeface="Gill Sans"/>
                <a:ea typeface="Gill Sans"/>
                <a:cs typeface="Gill Sans"/>
                <a:sym typeface="Gill Sans"/>
              </a:rPr>
              <a:t>Victim’s info is recorded by entering into webpages or pop-up windows.</a:t>
            </a:r>
            <a:endParaRPr dirty="0"/>
          </a:p>
          <a:p>
            <a:pPr marL="0" marR="0" lvl="0" indent="0" algn="l" rtl="0">
              <a:spcBef>
                <a:spcPts val="0"/>
              </a:spcBef>
              <a:spcAft>
                <a:spcPts val="0"/>
              </a:spcAft>
              <a:buNone/>
            </a:pPr>
            <a:endParaRPr sz="1800" dirty="0">
              <a:solidFill>
                <a:schemeClr val="dk1"/>
              </a:solidFill>
              <a:latin typeface="Gill Sans"/>
              <a:ea typeface="Gill Sans"/>
              <a:cs typeface="Gill Sans"/>
              <a:sym typeface="Gill Sans"/>
            </a:endParaRPr>
          </a:p>
          <a:p>
            <a:pPr marL="342900" marR="0" lvl="0" indent="-342900" algn="l" rtl="0">
              <a:spcBef>
                <a:spcPts val="0"/>
              </a:spcBef>
              <a:spcAft>
                <a:spcPts val="0"/>
              </a:spcAft>
              <a:buClr>
                <a:schemeClr val="dk1"/>
              </a:buClr>
              <a:buSzPts val="1800"/>
              <a:buFont typeface="Impact"/>
              <a:buAutoNum type="arabicPeriod"/>
            </a:pPr>
            <a:r>
              <a:rPr lang="en-US" sz="1800" b="1" dirty="0">
                <a:solidFill>
                  <a:schemeClr val="dk1"/>
                </a:solidFill>
                <a:latin typeface="Gill Sans"/>
                <a:ea typeface="Gill Sans"/>
                <a:cs typeface="Gill Sans"/>
                <a:sym typeface="Gill Sans"/>
              </a:rPr>
              <a:t>Identity theft &amp; fraud</a:t>
            </a:r>
            <a:endParaRPr sz="1800" b="1" dirty="0">
              <a:solidFill>
                <a:schemeClr val="dk1"/>
              </a:solidFill>
              <a:latin typeface="Gill Sans"/>
              <a:ea typeface="Gill Sans"/>
              <a:cs typeface="Gill Sans"/>
              <a:sym typeface="Gill San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63"/>
        <p:cNvGrpSpPr/>
        <p:nvPr/>
      </p:nvGrpSpPr>
      <p:grpSpPr>
        <a:xfrm>
          <a:off x="0" y="0"/>
          <a:ext cx="0" cy="0"/>
          <a:chOff x="0" y="0"/>
          <a:chExt cx="0" cy="0"/>
        </a:xfrm>
      </p:grpSpPr>
      <p:sp>
        <p:nvSpPr>
          <p:cNvPr id="264" name="Google Shape;264;p14"/>
          <p:cNvSpPr txBox="1">
            <a:spLocks noGrp="1"/>
          </p:cNvSpPr>
          <p:nvPr>
            <p:ph type="title"/>
          </p:nvPr>
        </p:nvSpPr>
        <p:spPr>
          <a:xfrm>
            <a:off x="1251678" y="382385"/>
            <a:ext cx="10178322" cy="691813"/>
          </a:xfrm>
          <a:prstGeom prst="rect">
            <a:avLst/>
          </a:prstGeom>
          <a:noFill/>
          <a:ln>
            <a:noFill/>
          </a:ln>
        </p:spPr>
        <p:txBody>
          <a:bodyPr spcFirstLastPara="1" wrap="square" lIns="91425" tIns="45700" rIns="91425" bIns="45700" anchor="t" anchorCtr="0">
            <a:normAutofit fontScale="90000"/>
          </a:bodyPr>
          <a:lstStyle/>
          <a:p>
            <a:pPr marL="0" lvl="0" indent="0" algn="l" rtl="0">
              <a:lnSpc>
                <a:spcPct val="90000"/>
              </a:lnSpc>
              <a:spcBef>
                <a:spcPts val="0"/>
              </a:spcBef>
              <a:spcAft>
                <a:spcPts val="0"/>
              </a:spcAft>
              <a:buClr>
                <a:schemeClr val="dk2"/>
              </a:buClr>
              <a:buSzPts val="4590"/>
              <a:buFont typeface="Impact"/>
              <a:buNone/>
            </a:pPr>
            <a:r>
              <a:rPr lang="en-US" sz="4590"/>
              <a:t>METHODS OF PHISHING</a:t>
            </a:r>
            <a:endParaRPr sz="4590"/>
          </a:p>
        </p:txBody>
      </p:sp>
      <p:sp>
        <p:nvSpPr>
          <p:cNvPr id="265" name="Google Shape;265;p14"/>
          <p:cNvSpPr txBox="1">
            <a:spLocks noGrp="1"/>
          </p:cNvSpPr>
          <p:nvPr>
            <p:ph type="body" idx="1"/>
          </p:nvPr>
        </p:nvSpPr>
        <p:spPr>
          <a:xfrm>
            <a:off x="1251678" y="1074198"/>
            <a:ext cx="10178322" cy="4805394"/>
          </a:xfrm>
          <a:prstGeom prst="rect">
            <a:avLst/>
          </a:prstGeom>
          <a:noFill/>
          <a:ln>
            <a:noFill/>
          </a:ln>
        </p:spPr>
        <p:txBody>
          <a:bodyPr spcFirstLastPara="1" wrap="square" lIns="91425" tIns="45700" rIns="91425" bIns="45700" anchor="t" anchorCtr="0">
            <a:normAutofit/>
          </a:bodyPr>
          <a:lstStyle/>
          <a:p>
            <a:pPr marL="457200" lvl="0" indent="-457200" algn="l" rtl="0">
              <a:lnSpc>
                <a:spcPct val="110000"/>
              </a:lnSpc>
              <a:spcBef>
                <a:spcPts val="0"/>
              </a:spcBef>
              <a:spcAft>
                <a:spcPts val="0"/>
              </a:spcAft>
              <a:buSzPts val="2000"/>
              <a:buFont typeface="Impact"/>
              <a:buAutoNum type="arabicPeriod"/>
            </a:pPr>
            <a:r>
              <a:rPr lang="en-US" b="1" u="sng" dirty="0"/>
              <a:t>Dragnet</a:t>
            </a:r>
            <a:r>
              <a:rPr lang="en-US" b="1" dirty="0"/>
              <a:t>:  </a:t>
            </a:r>
            <a:r>
              <a:rPr lang="en-US" dirty="0"/>
              <a:t> A false information is included in an E-Mail to take the victims on to the fraud websites or pop-up windows where they are requested to enter bank or credit card details.</a:t>
            </a:r>
            <a:endParaRPr dirty="0"/>
          </a:p>
          <a:p>
            <a:pPr marL="457200" lvl="0" indent="-457200" algn="l" rtl="0">
              <a:lnSpc>
                <a:spcPct val="110000"/>
              </a:lnSpc>
              <a:spcBef>
                <a:spcPts val="700"/>
              </a:spcBef>
              <a:spcAft>
                <a:spcPts val="0"/>
              </a:spcAft>
              <a:buSzPts val="2000"/>
              <a:buFont typeface="Impact"/>
              <a:buAutoNum type="arabicPeriod"/>
            </a:pPr>
            <a:r>
              <a:rPr lang="en-US" b="1" u="sng" dirty="0"/>
              <a:t>Rod and steel: </a:t>
            </a:r>
            <a:r>
              <a:rPr lang="en-US" dirty="0"/>
              <a:t> specific prospective victims are already recognized and convey the false information to them to prompt the disclosure of their personal and financial data. Eg, on the phony webpage, availability of similar product on other website with a least price might be shown where all the credit card credentials will be asked.</a:t>
            </a:r>
            <a:endParaRPr dirty="0"/>
          </a:p>
          <a:p>
            <a:pPr marL="457200" lvl="0" indent="-457200" algn="l" rtl="0">
              <a:lnSpc>
                <a:spcPct val="110000"/>
              </a:lnSpc>
              <a:spcBef>
                <a:spcPts val="700"/>
              </a:spcBef>
              <a:spcAft>
                <a:spcPts val="0"/>
              </a:spcAft>
              <a:buSzPts val="2000"/>
              <a:buFont typeface="Impact"/>
              <a:buAutoNum type="arabicPeriod"/>
            </a:pPr>
            <a:r>
              <a:rPr lang="en-US" b="1" u="sng" dirty="0" err="1"/>
              <a:t>Losterpot</a:t>
            </a:r>
            <a:r>
              <a:rPr lang="en-US" b="1" u="sng" dirty="0"/>
              <a:t>: </a:t>
            </a:r>
            <a:r>
              <a:rPr lang="en-US" dirty="0"/>
              <a:t> </a:t>
            </a:r>
            <a:r>
              <a:rPr lang="en-US" u="sng" dirty="0">
                <a:solidFill>
                  <a:schemeClr val="hlink"/>
                </a:solidFill>
                <a:hlinkClick r:id="rId3"/>
              </a:rPr>
              <a:t>https://www.microsoft.com/protect/fraud/phishing/symptoms.aspx</a:t>
            </a:r>
            <a:endParaRPr dirty="0"/>
          </a:p>
          <a:p>
            <a:pPr marL="457200" lvl="0" indent="-457200" algn="l" rtl="0">
              <a:lnSpc>
                <a:spcPct val="110000"/>
              </a:lnSpc>
              <a:spcBef>
                <a:spcPts val="700"/>
              </a:spcBef>
              <a:spcAft>
                <a:spcPts val="0"/>
              </a:spcAft>
              <a:buSzPts val="2000"/>
              <a:buFont typeface="Impact"/>
              <a:buAutoNum type="arabicPeriod"/>
            </a:pPr>
            <a:r>
              <a:rPr lang="en-US" b="1" u="sng" dirty="0"/>
              <a:t>Gillnet: </a:t>
            </a:r>
            <a:r>
              <a:rPr lang="en-US" dirty="0"/>
              <a:t>merely, by opening one E-Mail or browsing a particular website netizens can find  Trojan Horse infected into the system. </a:t>
            </a:r>
            <a:endParaRPr b="1" u="sng"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0" name="Google Shape;270;p15"/>
          <p:cNvSpPr txBox="1">
            <a:spLocks noGrp="1"/>
          </p:cNvSpPr>
          <p:nvPr>
            <p:ph type="title"/>
          </p:nvPr>
        </p:nvSpPr>
        <p:spPr>
          <a:xfrm>
            <a:off x="1251678" y="382385"/>
            <a:ext cx="10178322" cy="596023"/>
          </a:xfrm>
          <a:prstGeom prst="rect">
            <a:avLst/>
          </a:prstGeom>
          <a:noFill/>
          <a:ln>
            <a:noFill/>
          </a:ln>
        </p:spPr>
        <p:txBody>
          <a:bodyPr spcFirstLastPara="1" wrap="square" lIns="91425" tIns="45700" rIns="91425" bIns="45700" anchor="t" anchorCtr="0">
            <a:normAutofit fontScale="90000"/>
          </a:bodyPr>
          <a:lstStyle/>
          <a:p>
            <a:pPr marL="0" lvl="0" indent="0" algn="l" rtl="0">
              <a:lnSpc>
                <a:spcPct val="90000"/>
              </a:lnSpc>
              <a:spcBef>
                <a:spcPts val="0"/>
              </a:spcBef>
              <a:spcAft>
                <a:spcPts val="0"/>
              </a:spcAft>
              <a:buClr>
                <a:schemeClr val="dk2"/>
              </a:buClr>
              <a:buSzPts val="4590"/>
              <a:buFont typeface="Impact"/>
              <a:buNone/>
            </a:pPr>
            <a:r>
              <a:rPr lang="en-US" sz="4590"/>
              <a:t>PHISHING TECHNIQUES</a:t>
            </a:r>
            <a:endParaRPr sz="4590"/>
          </a:p>
        </p:txBody>
      </p:sp>
      <p:sp>
        <p:nvSpPr>
          <p:cNvPr id="271" name="Google Shape;271;p15"/>
          <p:cNvSpPr txBox="1">
            <a:spLocks noGrp="1"/>
          </p:cNvSpPr>
          <p:nvPr>
            <p:ph type="body" idx="1"/>
          </p:nvPr>
        </p:nvSpPr>
        <p:spPr>
          <a:xfrm>
            <a:off x="1251678" y="978409"/>
            <a:ext cx="10178322" cy="4901184"/>
          </a:xfrm>
          <a:prstGeom prst="rect">
            <a:avLst/>
          </a:prstGeom>
          <a:noFill/>
          <a:ln>
            <a:noFill/>
          </a:ln>
        </p:spPr>
        <p:txBody>
          <a:bodyPr spcFirstLastPara="1" wrap="square" lIns="91425" tIns="45700" rIns="91425" bIns="45700" anchor="t" anchorCtr="0">
            <a:normAutofit/>
          </a:bodyPr>
          <a:lstStyle/>
          <a:p>
            <a:pPr marL="228600" lvl="0" indent="-228600" algn="l" rtl="0">
              <a:lnSpc>
                <a:spcPct val="110000"/>
              </a:lnSpc>
              <a:spcBef>
                <a:spcPts val="0"/>
              </a:spcBef>
              <a:spcAft>
                <a:spcPts val="0"/>
              </a:spcAft>
              <a:buSzPts val="2000"/>
              <a:buChar char="•"/>
            </a:pPr>
            <a:r>
              <a:rPr lang="en-US" b="1" u="sng" dirty="0"/>
              <a:t>URL manipulation: </a:t>
            </a:r>
            <a:r>
              <a:rPr lang="en-US" dirty="0"/>
              <a:t> </a:t>
            </a:r>
            <a:endParaRPr dirty="0"/>
          </a:p>
          <a:p>
            <a:pPr marL="0" lvl="0" indent="0" algn="l" rtl="0">
              <a:lnSpc>
                <a:spcPct val="110000"/>
              </a:lnSpc>
              <a:spcBef>
                <a:spcPts val="700"/>
              </a:spcBef>
              <a:spcAft>
                <a:spcPts val="0"/>
              </a:spcAft>
              <a:buSzPts val="2000"/>
              <a:buNone/>
            </a:pPr>
            <a:r>
              <a:rPr lang="en-US" dirty="0"/>
              <a:t>	Eg: instead of </a:t>
            </a:r>
            <a:r>
              <a:rPr lang="en-US" u="sng" dirty="0">
                <a:solidFill>
                  <a:schemeClr val="hlink"/>
                </a:solidFill>
                <a:hlinkClick r:id="rId3"/>
              </a:rPr>
              <a:t>www.abcbank.com</a:t>
            </a:r>
            <a:r>
              <a:rPr lang="en-US" dirty="0"/>
              <a:t> (a legitimate weblink) </a:t>
            </a:r>
            <a:r>
              <a:rPr lang="en-US" u="sng" dirty="0">
                <a:solidFill>
                  <a:schemeClr val="hlink"/>
                </a:solidFill>
                <a:hlinkClick r:id="rId4"/>
              </a:rPr>
              <a:t>www.abcbank1.com</a:t>
            </a:r>
            <a:r>
              <a:rPr lang="en-US" dirty="0"/>
              <a:t> (false      	weblink) is provided.</a:t>
            </a:r>
            <a:endParaRPr dirty="0"/>
          </a:p>
          <a:p>
            <a:pPr marL="228600" lvl="0" indent="-228600" algn="l" rtl="0">
              <a:lnSpc>
                <a:spcPct val="110000"/>
              </a:lnSpc>
              <a:spcBef>
                <a:spcPts val="700"/>
              </a:spcBef>
              <a:spcAft>
                <a:spcPts val="0"/>
              </a:spcAft>
              <a:buSzPts val="2000"/>
              <a:buChar char="•"/>
            </a:pPr>
            <a:r>
              <a:rPr lang="en-US" b="1" u="sng" dirty="0"/>
              <a:t>Filter Evasion: </a:t>
            </a:r>
            <a:r>
              <a:rPr lang="en-US" dirty="0"/>
              <a:t> </a:t>
            </a:r>
            <a:endParaRPr dirty="0"/>
          </a:p>
          <a:p>
            <a:pPr marL="228600" lvl="0" indent="-228600" algn="l" rtl="0">
              <a:lnSpc>
                <a:spcPct val="110000"/>
              </a:lnSpc>
              <a:spcBef>
                <a:spcPts val="700"/>
              </a:spcBef>
              <a:spcAft>
                <a:spcPts val="0"/>
              </a:spcAft>
              <a:buSzPts val="2000"/>
              <a:buChar char="•"/>
            </a:pPr>
            <a:r>
              <a:rPr lang="en-US" b="1" u="sng" dirty="0"/>
              <a:t>Webpage forgery: </a:t>
            </a:r>
            <a:r>
              <a:rPr lang="en-US" dirty="0"/>
              <a:t>phisher directs the netizens to the website developed by him.</a:t>
            </a:r>
            <a:endParaRPr dirty="0"/>
          </a:p>
          <a:p>
            <a:pPr marL="228600" lvl="0" indent="-228600" algn="l" rtl="0">
              <a:lnSpc>
                <a:spcPct val="110000"/>
              </a:lnSpc>
              <a:spcBef>
                <a:spcPts val="700"/>
              </a:spcBef>
              <a:spcAft>
                <a:spcPts val="0"/>
              </a:spcAft>
              <a:buSzPts val="2000"/>
              <a:buChar char="•"/>
            </a:pPr>
            <a:r>
              <a:rPr lang="en-US" b="1" u="sng" dirty="0"/>
              <a:t>Flash Phishing: </a:t>
            </a:r>
            <a:endParaRPr dirty="0"/>
          </a:p>
          <a:p>
            <a:pPr marL="228600" lvl="0" indent="-228600" algn="l" rtl="0">
              <a:lnSpc>
                <a:spcPct val="110000"/>
              </a:lnSpc>
              <a:spcBef>
                <a:spcPts val="700"/>
              </a:spcBef>
              <a:spcAft>
                <a:spcPts val="0"/>
              </a:spcAft>
              <a:buSzPts val="2000"/>
              <a:buChar char="•"/>
            </a:pPr>
            <a:r>
              <a:rPr lang="en-US" b="1" u="sng" dirty="0"/>
              <a:t>Social Phishing: </a:t>
            </a:r>
            <a:endParaRPr dirty="0"/>
          </a:p>
          <a:p>
            <a:pPr marL="228600" lvl="0" indent="-228600" algn="l" rtl="0">
              <a:lnSpc>
                <a:spcPct val="110000"/>
              </a:lnSpc>
              <a:spcBef>
                <a:spcPts val="700"/>
              </a:spcBef>
              <a:spcAft>
                <a:spcPts val="0"/>
              </a:spcAft>
              <a:buSzPts val="2000"/>
              <a:buChar char="•"/>
            </a:pPr>
            <a:r>
              <a:rPr lang="en-US" b="1" u="sng" dirty="0"/>
              <a:t>Phone phishing: </a:t>
            </a:r>
            <a:endParaRPr dirty="0"/>
          </a:p>
          <a:p>
            <a:pPr marL="0" lvl="0" indent="0" algn="l" rtl="0">
              <a:lnSpc>
                <a:spcPct val="110000"/>
              </a:lnSpc>
              <a:spcBef>
                <a:spcPts val="700"/>
              </a:spcBef>
              <a:spcAft>
                <a:spcPts val="0"/>
              </a:spcAft>
              <a:buSzPts val="2000"/>
              <a:buNone/>
            </a:pPr>
            <a:r>
              <a:rPr lang="en-US" b="1" u="sng" dirty="0"/>
              <a:t> </a:t>
            </a:r>
            <a:endParaRPr b="1" u="sng"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5"/>
        <p:cNvGrpSpPr/>
        <p:nvPr/>
      </p:nvGrpSpPr>
      <p:grpSpPr>
        <a:xfrm>
          <a:off x="0" y="0"/>
          <a:ext cx="0" cy="0"/>
          <a:chOff x="0" y="0"/>
          <a:chExt cx="0" cy="0"/>
        </a:xfrm>
      </p:grpSpPr>
      <p:sp>
        <p:nvSpPr>
          <p:cNvPr id="276" name="Google Shape;276;p16"/>
          <p:cNvSpPr txBox="1">
            <a:spLocks noGrp="1"/>
          </p:cNvSpPr>
          <p:nvPr>
            <p:ph type="title"/>
          </p:nvPr>
        </p:nvSpPr>
        <p:spPr>
          <a:xfrm>
            <a:off x="1251678" y="382385"/>
            <a:ext cx="10178322" cy="1492132"/>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2"/>
              </a:buClr>
              <a:buSzPts val="5100"/>
              <a:buFont typeface="Impact"/>
              <a:buNone/>
            </a:pPr>
            <a:r>
              <a:rPr lang="en-US"/>
              <a:t>SPEAR PHISHING</a:t>
            </a:r>
            <a:endParaRPr/>
          </a:p>
        </p:txBody>
      </p:sp>
      <p:pic>
        <p:nvPicPr>
          <p:cNvPr id="277" name="Google Shape;277;p16"/>
          <p:cNvPicPr preferRelativeResize="0">
            <a:picLocks noGrp="1"/>
          </p:cNvPicPr>
          <p:nvPr>
            <p:ph type="body" idx="1"/>
          </p:nvPr>
        </p:nvPicPr>
        <p:blipFill rotWithShape="1">
          <a:blip r:embed="rId3">
            <a:alphaModFix/>
          </a:blip>
          <a:srcRect/>
          <a:stretch/>
        </p:blipFill>
        <p:spPr>
          <a:xfrm>
            <a:off x="3714306" y="2286000"/>
            <a:ext cx="5252338" cy="35941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94191" y="273046"/>
            <a:ext cx="11582400" cy="1106760"/>
          </a:xfrm>
        </p:spPr>
        <p:txBody>
          <a:bodyPr/>
          <a:lstStyle/>
          <a:p>
            <a:pPr eaLnBrk="1" fontAlgn="auto" hangingPunct="1">
              <a:spcAft>
                <a:spcPts val="0"/>
              </a:spcAft>
              <a:defRPr/>
            </a:pPr>
            <a:r>
              <a:rPr lang="en-IN" b="1" dirty="0"/>
              <a:t>Steganography: </a:t>
            </a:r>
            <a:endParaRPr lang="en-IN" dirty="0"/>
          </a:p>
        </p:txBody>
      </p:sp>
      <p:sp>
        <p:nvSpPr>
          <p:cNvPr id="3" name="Content Placeholder 2"/>
          <p:cNvSpPr>
            <a:spLocks noGrp="1"/>
          </p:cNvSpPr>
          <p:nvPr>
            <p:ph idx="1"/>
          </p:nvPr>
        </p:nvSpPr>
        <p:spPr/>
        <p:txBody>
          <a:bodyPr>
            <a:noAutofit/>
          </a:bodyPr>
          <a:lstStyle/>
          <a:p>
            <a:pPr eaLnBrk="1" fontAlgn="auto" hangingPunct="1">
              <a:spcAft>
                <a:spcPts val="0"/>
              </a:spcAft>
              <a:buFont typeface="Wingdings 2"/>
              <a:buChar char=""/>
              <a:defRPr/>
            </a:pPr>
            <a:r>
              <a:rPr lang="en-IN" sz="2400" dirty="0">
                <a:latin typeface="Times New Roman" pitchFamily="18" charset="0"/>
                <a:cs typeface="Times New Roman" pitchFamily="18" charset="0"/>
              </a:rPr>
              <a:t>Steganography is the art and science of writing hidden message in such a way that no one, apart from the sender and intended recipient, suspects the existence of the message. </a:t>
            </a:r>
          </a:p>
          <a:p>
            <a:pPr eaLnBrk="1" fontAlgn="auto" hangingPunct="1">
              <a:spcAft>
                <a:spcPts val="0"/>
              </a:spcAft>
              <a:buFont typeface="Wingdings 2"/>
              <a:buChar char=""/>
              <a:defRPr/>
            </a:pPr>
            <a:endParaRPr lang="en-IN" sz="2400" dirty="0">
              <a:latin typeface="Times New Roman" pitchFamily="18" charset="0"/>
              <a:cs typeface="Times New Roman" pitchFamily="18" charset="0"/>
            </a:endParaRPr>
          </a:p>
          <a:p>
            <a:pPr eaLnBrk="1" fontAlgn="auto" hangingPunct="1">
              <a:spcAft>
                <a:spcPts val="0"/>
              </a:spcAft>
              <a:buFont typeface="Wingdings 2"/>
              <a:buChar char=""/>
              <a:defRPr/>
            </a:pPr>
            <a:r>
              <a:rPr lang="en-IN" sz="2400" dirty="0">
                <a:latin typeface="Times New Roman" pitchFamily="18" charset="0"/>
                <a:cs typeface="Times New Roman" pitchFamily="18" charset="0"/>
              </a:rPr>
              <a:t>Steganography works by replacing bits of useless or unused data in regular computer files (such as graphics, sound, text, html or even floppy disks) with bits of different, invisible information.</a:t>
            </a:r>
          </a:p>
          <a:p>
            <a:pPr eaLnBrk="1" fontAlgn="auto" hangingPunct="1">
              <a:spcAft>
                <a:spcPts val="0"/>
              </a:spcAft>
              <a:buFont typeface="Wingdings 2"/>
              <a:buChar char=""/>
              <a:defRPr/>
            </a:pPr>
            <a:endParaRPr lang="en-IN" sz="2400" dirty="0">
              <a:latin typeface="Times New Roman" pitchFamily="18" charset="0"/>
              <a:cs typeface="Times New Roman" pitchFamily="18" charset="0"/>
            </a:endParaRPr>
          </a:p>
          <a:p>
            <a:pPr marL="0" indent="0" eaLnBrk="1" fontAlgn="auto" hangingPunct="1">
              <a:spcAft>
                <a:spcPts val="0"/>
              </a:spcAft>
              <a:buFont typeface="Wingdings 2"/>
              <a:buNone/>
              <a:defRPr/>
            </a:pPr>
            <a:endParaRPr lang="en-IN" sz="2400" dirty="0">
              <a:latin typeface="Times New Roman" pitchFamily="18" charset="0"/>
              <a:cs typeface="Times New Roman"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96933" y="1357533"/>
            <a:ext cx="10178322" cy="3593591"/>
          </a:xfrm>
        </p:spPr>
        <p:txBody>
          <a:bodyPr>
            <a:normAutofit/>
          </a:bodyPr>
          <a:lstStyle/>
          <a:p>
            <a:pPr eaLnBrk="1" fontAlgn="auto" hangingPunct="1">
              <a:spcAft>
                <a:spcPts val="0"/>
              </a:spcAft>
              <a:buFont typeface="Wingdings 2"/>
              <a:buChar char=""/>
              <a:defRPr/>
            </a:pPr>
            <a:endParaRPr lang="en-IN" sz="2400" dirty="0">
              <a:latin typeface="Times New Roman" pitchFamily="18" charset="0"/>
              <a:cs typeface="Times New Roman" pitchFamily="18" charset="0"/>
            </a:endParaRPr>
          </a:p>
          <a:p>
            <a:pPr eaLnBrk="1" fontAlgn="auto" hangingPunct="1">
              <a:spcAft>
                <a:spcPts val="0"/>
              </a:spcAft>
              <a:buFont typeface="Wingdings 2"/>
              <a:buChar char=""/>
              <a:defRPr/>
            </a:pPr>
            <a:r>
              <a:rPr lang="en-IN" sz="2400" dirty="0">
                <a:latin typeface="Times New Roman" pitchFamily="18" charset="0"/>
                <a:cs typeface="Times New Roman" pitchFamily="18" charset="0"/>
              </a:rPr>
              <a:t> This hidden information can be plain text, cipher text or even images.</a:t>
            </a:r>
          </a:p>
          <a:p>
            <a:pPr marL="0" indent="0" eaLnBrk="1" fontAlgn="auto" hangingPunct="1">
              <a:spcAft>
                <a:spcPts val="0"/>
              </a:spcAft>
              <a:buFont typeface="Wingdings 2"/>
              <a:buNone/>
              <a:defRPr/>
            </a:pPr>
            <a:endParaRPr lang="en-IN" sz="2400" dirty="0">
              <a:latin typeface="Times New Roman" pitchFamily="18" charset="0"/>
              <a:cs typeface="Times New Roman" pitchFamily="18" charset="0"/>
            </a:endParaRPr>
          </a:p>
          <a:p>
            <a:pPr eaLnBrk="1" fontAlgn="auto" hangingPunct="1">
              <a:spcAft>
                <a:spcPts val="0"/>
              </a:spcAft>
              <a:buFont typeface="Wingdings 2"/>
              <a:buChar char=""/>
              <a:defRPr/>
            </a:pPr>
            <a:r>
              <a:rPr lang="en-IN" sz="2400" dirty="0">
                <a:latin typeface="Times New Roman" pitchFamily="18" charset="0"/>
                <a:cs typeface="Times New Roman" pitchFamily="18" charset="0"/>
              </a:rPr>
              <a:t>In modern steganography, data is first </a:t>
            </a:r>
            <a:r>
              <a:rPr lang="en-IN" sz="2400" b="1" dirty="0">
                <a:latin typeface="Times New Roman" pitchFamily="18" charset="0"/>
                <a:cs typeface="Times New Roman" pitchFamily="18" charset="0"/>
              </a:rPr>
              <a:t>encrypted </a:t>
            </a:r>
            <a:r>
              <a:rPr lang="en-IN" sz="2400" dirty="0">
                <a:latin typeface="Times New Roman" pitchFamily="18" charset="0"/>
                <a:cs typeface="Times New Roman" pitchFamily="18" charset="0"/>
              </a:rPr>
              <a:t>by the usual means and then inserted, using a special algorithm, into redundant data that is part of a particular file format such as a JPEG image, Bitmap image.</a:t>
            </a:r>
          </a:p>
          <a:p>
            <a:pPr eaLnBrk="1" fontAlgn="auto" hangingPunct="1">
              <a:spcAft>
                <a:spcPts val="0"/>
              </a:spcAft>
              <a:buFont typeface="Wingdings 2"/>
              <a:buChar char=""/>
              <a:defRPr/>
            </a:pPr>
            <a:endParaRPr lang="en-IN" sz="2400" dirty="0">
              <a:latin typeface="Times New Roman" pitchFamily="18" charset="0"/>
              <a:cs typeface="Times New Roman" pitchFamily="18" charset="0"/>
            </a:endParaRPr>
          </a:p>
          <a:p>
            <a:pPr eaLnBrk="1" fontAlgn="auto" hangingPunct="1">
              <a:spcAft>
                <a:spcPts val="0"/>
              </a:spcAft>
              <a:buFont typeface="Wingdings 2"/>
              <a:buChar char=""/>
              <a:defRPr/>
            </a:pPr>
            <a:endParaRPr lang="en-IN" sz="2400" dirty="0">
              <a:latin typeface="Times New Roman" pitchFamily="18" charset="0"/>
              <a:cs typeface="Times New Roman" pitchFamily="18" charset="0"/>
            </a:endParaRPr>
          </a:p>
          <a:p>
            <a:pPr eaLnBrk="1" fontAlgn="auto" hangingPunct="1">
              <a:spcAft>
                <a:spcPts val="0"/>
              </a:spcAft>
              <a:buFont typeface="Wingdings 2"/>
              <a:buChar char=""/>
              <a:defRPr/>
            </a:pPr>
            <a:endParaRPr lang="en-IN" sz="2400" dirty="0">
              <a:latin typeface="Times New Roman" pitchFamily="18" charset="0"/>
              <a:cs typeface="Times New Roman"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1384739"/>
            <a:ext cx="11582400" cy="4667250"/>
          </a:xfrm>
        </p:spPr>
        <p:txBody>
          <a:bodyPr>
            <a:noAutofit/>
          </a:bodyPr>
          <a:lstStyle/>
          <a:p>
            <a:pPr eaLnBrk="1" fontAlgn="auto" hangingPunct="1">
              <a:spcAft>
                <a:spcPts val="0"/>
              </a:spcAft>
              <a:buFont typeface="Wingdings 2"/>
              <a:buChar char=""/>
              <a:defRPr/>
            </a:pPr>
            <a:r>
              <a:rPr lang="en-IN" sz="2400" dirty="0">
                <a:latin typeface="Times New Roman" pitchFamily="18" charset="0"/>
                <a:cs typeface="Times New Roman" pitchFamily="18" charset="0"/>
              </a:rPr>
              <a:t>Steganography process :</a:t>
            </a:r>
          </a:p>
          <a:p>
            <a:pPr marL="457200" lvl="1" indent="0" eaLnBrk="1" fontAlgn="auto" hangingPunct="1">
              <a:spcAft>
                <a:spcPts val="0"/>
              </a:spcAft>
              <a:buFont typeface="Wingdings 2"/>
              <a:buNone/>
              <a:defRPr/>
            </a:pPr>
            <a:r>
              <a:rPr lang="en-IN" sz="2400" b="1" dirty="0">
                <a:solidFill>
                  <a:srgbClr val="FF0000"/>
                </a:solidFill>
                <a:latin typeface="Times New Roman" pitchFamily="18" charset="0"/>
                <a:cs typeface="Times New Roman" pitchFamily="18" charset="0"/>
              </a:rPr>
              <a:t>  Cover-media + Hidden data + Stego-key = Stego-medium </a:t>
            </a:r>
            <a:endParaRPr lang="en-IN" sz="2400" b="1" dirty="0">
              <a:latin typeface="Times New Roman" pitchFamily="18" charset="0"/>
              <a:cs typeface="Times New Roman" pitchFamily="18" charset="0"/>
            </a:endParaRPr>
          </a:p>
          <a:p>
            <a:pPr eaLnBrk="1" fontAlgn="auto" hangingPunct="1">
              <a:spcAft>
                <a:spcPts val="0"/>
              </a:spcAft>
              <a:buFont typeface="Wingdings 2"/>
              <a:buChar char=""/>
              <a:defRPr/>
            </a:pPr>
            <a:r>
              <a:rPr lang="en-IN" sz="2400" b="1" dirty="0">
                <a:latin typeface="Times New Roman" pitchFamily="18" charset="0"/>
                <a:cs typeface="Times New Roman" pitchFamily="18" charset="0"/>
              </a:rPr>
              <a:t>Cover media:</a:t>
            </a:r>
          </a:p>
          <a:p>
            <a:pPr lvl="1" eaLnBrk="1" fontAlgn="auto" hangingPunct="1">
              <a:spcAft>
                <a:spcPts val="0"/>
              </a:spcAft>
              <a:buFont typeface="Wingdings 2"/>
              <a:buChar char=""/>
              <a:defRPr/>
            </a:pPr>
            <a:r>
              <a:rPr lang="en-IN" sz="2400" dirty="0">
                <a:latin typeface="Times New Roman" pitchFamily="18" charset="0"/>
                <a:cs typeface="Times New Roman" pitchFamily="18" charset="0"/>
              </a:rPr>
              <a:t>It is the file in which we will hide the hidden data</a:t>
            </a:r>
          </a:p>
          <a:p>
            <a:pPr lvl="1" eaLnBrk="1" fontAlgn="auto" hangingPunct="1">
              <a:spcAft>
                <a:spcPts val="0"/>
              </a:spcAft>
              <a:buFont typeface="Wingdings 2"/>
              <a:buChar char=""/>
              <a:defRPr/>
            </a:pPr>
            <a:r>
              <a:rPr lang="en-IN" sz="2400" dirty="0">
                <a:latin typeface="Times New Roman" pitchFamily="18" charset="0"/>
                <a:cs typeface="Times New Roman" pitchFamily="18" charset="0"/>
              </a:rPr>
              <a:t>Cover-media can be image or audio file.</a:t>
            </a:r>
          </a:p>
          <a:p>
            <a:pPr eaLnBrk="1" fontAlgn="auto" hangingPunct="1">
              <a:spcAft>
                <a:spcPts val="0"/>
              </a:spcAft>
              <a:buFont typeface="Wingdings 2"/>
              <a:buChar char=""/>
              <a:defRPr/>
            </a:pPr>
            <a:r>
              <a:rPr lang="en-IN" sz="2400" b="1" dirty="0">
                <a:latin typeface="Times New Roman" pitchFamily="18" charset="0"/>
                <a:cs typeface="Times New Roman" pitchFamily="18" charset="0"/>
              </a:rPr>
              <a:t>stego-key:</a:t>
            </a:r>
          </a:p>
          <a:p>
            <a:pPr lvl="1" eaLnBrk="1" fontAlgn="auto" hangingPunct="1">
              <a:spcAft>
                <a:spcPts val="0"/>
              </a:spcAft>
              <a:buFont typeface="Wingdings 2"/>
              <a:buChar char=""/>
              <a:defRPr/>
            </a:pPr>
            <a:r>
              <a:rPr lang="en-IN" sz="2400" dirty="0">
                <a:latin typeface="Times New Roman" pitchFamily="18" charset="0"/>
                <a:cs typeface="Times New Roman" pitchFamily="18" charset="0"/>
              </a:rPr>
              <a:t>Cover-media can be encrypted using stego-key:</a:t>
            </a:r>
          </a:p>
          <a:p>
            <a:pPr eaLnBrk="1" fontAlgn="auto" hangingPunct="1">
              <a:spcAft>
                <a:spcPts val="0"/>
              </a:spcAft>
              <a:buFont typeface="Wingdings 2"/>
              <a:buChar char=""/>
              <a:defRPr/>
            </a:pPr>
            <a:r>
              <a:rPr lang="en-IN" sz="2400" b="1" dirty="0">
                <a:latin typeface="Times New Roman" pitchFamily="18" charset="0"/>
                <a:cs typeface="Times New Roman" pitchFamily="18" charset="0"/>
              </a:rPr>
              <a:t>stego-medium.</a:t>
            </a:r>
          </a:p>
          <a:p>
            <a:pPr lvl="1" eaLnBrk="1" fontAlgn="auto" hangingPunct="1">
              <a:spcAft>
                <a:spcPts val="0"/>
              </a:spcAft>
              <a:buFont typeface="Wingdings 2"/>
              <a:buChar char=""/>
              <a:defRPr/>
            </a:pPr>
            <a:r>
              <a:rPr lang="en-IN" sz="2400" dirty="0">
                <a:latin typeface="Times New Roman" pitchFamily="18" charset="0"/>
                <a:cs typeface="Times New Roman" pitchFamily="18" charset="0"/>
              </a:rPr>
              <a:t> The resultant file is of above process called stego medium.</a:t>
            </a:r>
          </a:p>
          <a:p>
            <a:pPr eaLnBrk="1" fontAlgn="auto" hangingPunct="1">
              <a:spcAft>
                <a:spcPts val="0"/>
              </a:spcAft>
              <a:buFont typeface="Wingdings 2"/>
              <a:buChar char=""/>
              <a:defRPr/>
            </a:pPr>
            <a:endParaRPr lang="en-IN" sz="2400" dirty="0">
              <a:latin typeface="Times New Roman" pitchFamily="18" charset="0"/>
              <a:cs typeface="Times New Roman"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eaLnBrk="1" hangingPunct="1">
              <a:defRPr/>
            </a:pPr>
            <a:r>
              <a:rPr lang="en-US" dirty="0"/>
              <a:t>Types Of Steganography</a:t>
            </a:r>
            <a:br>
              <a:rPr lang="en-US" dirty="0"/>
            </a:br>
            <a:endParaRPr lang="en-IN" dirty="0"/>
          </a:p>
        </p:txBody>
      </p:sp>
      <p:sp>
        <p:nvSpPr>
          <p:cNvPr id="14339" name="Content Placeholder 2"/>
          <p:cNvSpPr>
            <a:spLocks noGrp="1"/>
          </p:cNvSpPr>
          <p:nvPr>
            <p:ph idx="1"/>
          </p:nvPr>
        </p:nvSpPr>
        <p:spPr/>
        <p:txBody>
          <a:bodyPr/>
          <a:lstStyle/>
          <a:p>
            <a:pPr marL="971550" lvl="1" indent="-514350" eaLnBrk="1" hangingPunct="1">
              <a:buFont typeface="Franklin Gothic Medium" pitchFamily="34" charset="0"/>
              <a:buAutoNum type="arabicPeriod"/>
            </a:pPr>
            <a:r>
              <a:rPr lang="en-US" sz="3400" dirty="0">
                <a:latin typeface="Times New Roman" pitchFamily="18" charset="0"/>
                <a:cs typeface="Times New Roman" pitchFamily="18" charset="0"/>
              </a:rPr>
              <a:t>Text </a:t>
            </a:r>
            <a:r>
              <a:rPr lang="en-US" sz="3400" dirty="0" err="1">
                <a:latin typeface="Times New Roman" pitchFamily="18" charset="0"/>
                <a:cs typeface="Times New Roman" pitchFamily="18" charset="0"/>
              </a:rPr>
              <a:t>Steganography</a:t>
            </a:r>
            <a:endParaRPr lang="en-US" sz="3400" dirty="0">
              <a:latin typeface="Times New Roman" pitchFamily="18" charset="0"/>
              <a:cs typeface="Times New Roman" pitchFamily="18" charset="0"/>
            </a:endParaRPr>
          </a:p>
          <a:p>
            <a:pPr marL="971550" lvl="1" indent="-514350" eaLnBrk="1" hangingPunct="1">
              <a:buFont typeface="Franklin Gothic Medium" pitchFamily="34" charset="0"/>
              <a:buAutoNum type="arabicPeriod"/>
            </a:pPr>
            <a:r>
              <a:rPr lang="en-US" sz="3400" dirty="0">
                <a:latin typeface="Times New Roman" pitchFamily="18" charset="0"/>
                <a:cs typeface="Times New Roman" pitchFamily="18" charset="0"/>
              </a:rPr>
              <a:t>Image </a:t>
            </a:r>
            <a:r>
              <a:rPr lang="en-US" sz="3400" dirty="0" err="1">
                <a:latin typeface="Times New Roman" pitchFamily="18" charset="0"/>
                <a:cs typeface="Times New Roman" pitchFamily="18" charset="0"/>
              </a:rPr>
              <a:t>Steganography</a:t>
            </a:r>
            <a:endParaRPr lang="en-US" sz="3400" dirty="0">
              <a:latin typeface="Times New Roman" pitchFamily="18" charset="0"/>
              <a:cs typeface="Times New Roman" pitchFamily="18" charset="0"/>
            </a:endParaRPr>
          </a:p>
          <a:p>
            <a:pPr marL="971550" lvl="1" indent="-514350" eaLnBrk="1" hangingPunct="1">
              <a:buFont typeface="Franklin Gothic Medium" pitchFamily="34" charset="0"/>
              <a:buAutoNum type="arabicPeriod"/>
            </a:pPr>
            <a:r>
              <a:rPr lang="en-US" sz="3400" dirty="0">
                <a:latin typeface="Times New Roman" pitchFamily="18" charset="0"/>
                <a:cs typeface="Times New Roman" pitchFamily="18" charset="0"/>
              </a:rPr>
              <a:t>Audio </a:t>
            </a:r>
            <a:r>
              <a:rPr lang="en-US" sz="3400" dirty="0" err="1">
                <a:latin typeface="Times New Roman" pitchFamily="18" charset="0"/>
                <a:cs typeface="Times New Roman" pitchFamily="18" charset="0"/>
              </a:rPr>
              <a:t>Steganography</a:t>
            </a:r>
            <a:endParaRPr lang="en-US" sz="3400" dirty="0">
              <a:latin typeface="Times New Roman" pitchFamily="18" charset="0"/>
              <a:cs typeface="Times New Roman" pitchFamily="18" charset="0"/>
            </a:endParaRPr>
          </a:p>
          <a:p>
            <a:pPr eaLnBrk="1" hangingPunct="1"/>
            <a:endParaRPr lang="en-IN" dirty="0">
              <a:latin typeface="Times New Roman" pitchFamily="18" charset="0"/>
              <a:cs typeface="Times New Roman"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hangingPunct="1">
              <a:defRPr/>
            </a:pPr>
            <a:r>
              <a:rPr lang="en-US" dirty="0"/>
              <a:t>Examples of Text Steganography</a:t>
            </a:r>
            <a:endParaRPr lang="en-IN" dirty="0"/>
          </a:p>
        </p:txBody>
      </p:sp>
      <p:sp>
        <p:nvSpPr>
          <p:cNvPr id="15363" name="Content Placeholder 2"/>
          <p:cNvSpPr>
            <a:spLocks noGrp="1"/>
          </p:cNvSpPr>
          <p:nvPr>
            <p:ph idx="1"/>
          </p:nvPr>
        </p:nvSpPr>
        <p:spPr/>
        <p:txBody>
          <a:bodyPr/>
          <a:lstStyle/>
          <a:p>
            <a:pPr algn="ctr" eaLnBrk="1" hangingPunct="1">
              <a:buFont typeface="Wingdings 2" pitchFamily="18" charset="2"/>
              <a:buNone/>
            </a:pPr>
            <a:r>
              <a:rPr lang="en-US" sz="2400" b="1" i="1" dirty="0"/>
              <a:t>Since everyone can read, encoding text</a:t>
            </a:r>
          </a:p>
          <a:p>
            <a:pPr algn="ctr" eaLnBrk="1" hangingPunct="1">
              <a:buFont typeface="Wingdings 2" pitchFamily="18" charset="2"/>
              <a:buNone/>
            </a:pPr>
            <a:r>
              <a:rPr lang="en-US" sz="2400" b="1" i="1" dirty="0"/>
              <a:t>in neutral sentences is doubtfully effective</a:t>
            </a:r>
          </a:p>
          <a:p>
            <a:pPr eaLnBrk="1" hangingPunct="1">
              <a:buFont typeface="Wingdings 2" pitchFamily="18" charset="2"/>
              <a:buNone/>
            </a:pPr>
            <a:endParaRPr lang="en-US" sz="2400" b="1" i="1" dirty="0"/>
          </a:p>
          <a:p>
            <a:pPr algn="ctr" eaLnBrk="1" hangingPunct="1">
              <a:buFont typeface="Wingdings 2" pitchFamily="18" charset="2"/>
              <a:buNone/>
            </a:pPr>
            <a:r>
              <a:rPr lang="en-US" sz="2400" b="1" i="1" dirty="0">
                <a:solidFill>
                  <a:srgbClr val="C00000"/>
                </a:solidFill>
              </a:rPr>
              <a:t>S</a:t>
            </a:r>
            <a:r>
              <a:rPr lang="en-US" sz="2400" i="1" dirty="0"/>
              <a:t>ince </a:t>
            </a:r>
            <a:r>
              <a:rPr lang="en-US" sz="2400" b="1" i="1" dirty="0">
                <a:solidFill>
                  <a:srgbClr val="C00000"/>
                </a:solidFill>
              </a:rPr>
              <a:t>E</a:t>
            </a:r>
            <a:r>
              <a:rPr lang="en-US" sz="2400" i="1" dirty="0"/>
              <a:t>veryone </a:t>
            </a:r>
            <a:r>
              <a:rPr lang="en-US" sz="2400" b="1" i="1" dirty="0">
                <a:solidFill>
                  <a:srgbClr val="C00000"/>
                </a:solidFill>
              </a:rPr>
              <a:t>C</a:t>
            </a:r>
            <a:r>
              <a:rPr lang="en-US" sz="2400" i="1" dirty="0"/>
              <a:t>an </a:t>
            </a:r>
            <a:r>
              <a:rPr lang="en-US" sz="2400" b="1" i="1" dirty="0">
                <a:solidFill>
                  <a:srgbClr val="C00000"/>
                </a:solidFill>
              </a:rPr>
              <a:t>R</a:t>
            </a:r>
            <a:r>
              <a:rPr lang="en-US" sz="2400" i="1" dirty="0"/>
              <a:t>ead, </a:t>
            </a:r>
            <a:r>
              <a:rPr lang="en-US" sz="2400" b="1" i="1" dirty="0">
                <a:solidFill>
                  <a:srgbClr val="C00000"/>
                </a:solidFill>
              </a:rPr>
              <a:t>E</a:t>
            </a:r>
            <a:r>
              <a:rPr lang="en-US" sz="2400" i="1" dirty="0"/>
              <a:t>ncoding </a:t>
            </a:r>
            <a:r>
              <a:rPr lang="en-US" sz="2400" b="1" i="1" dirty="0">
                <a:solidFill>
                  <a:srgbClr val="C00000"/>
                </a:solidFill>
              </a:rPr>
              <a:t>T</a:t>
            </a:r>
            <a:r>
              <a:rPr lang="en-US" sz="2400" i="1" dirty="0"/>
              <a:t>ext</a:t>
            </a:r>
          </a:p>
          <a:p>
            <a:pPr algn="ctr" eaLnBrk="1" hangingPunct="1">
              <a:buFont typeface="Wingdings 2" pitchFamily="18" charset="2"/>
              <a:buNone/>
            </a:pPr>
            <a:r>
              <a:rPr lang="en-US" sz="2400" b="1" i="1" dirty="0">
                <a:solidFill>
                  <a:srgbClr val="C00000"/>
                </a:solidFill>
              </a:rPr>
              <a:t>I</a:t>
            </a:r>
            <a:r>
              <a:rPr lang="en-US" sz="2400" i="1" dirty="0"/>
              <a:t>n </a:t>
            </a:r>
            <a:r>
              <a:rPr lang="en-US" sz="2400" b="1" i="1" dirty="0">
                <a:solidFill>
                  <a:srgbClr val="C00000"/>
                </a:solidFill>
              </a:rPr>
              <a:t>N</a:t>
            </a:r>
            <a:r>
              <a:rPr lang="en-US" sz="2400" i="1" dirty="0"/>
              <a:t>eutral </a:t>
            </a:r>
            <a:r>
              <a:rPr lang="en-US" sz="2400" b="1" i="1" dirty="0">
                <a:solidFill>
                  <a:srgbClr val="C00000"/>
                </a:solidFill>
              </a:rPr>
              <a:t>S</a:t>
            </a:r>
            <a:r>
              <a:rPr lang="en-US" sz="2400" i="1" dirty="0"/>
              <a:t>entences </a:t>
            </a:r>
            <a:r>
              <a:rPr lang="en-US" sz="2400" b="1" i="1" dirty="0">
                <a:solidFill>
                  <a:srgbClr val="C00000"/>
                </a:solidFill>
              </a:rPr>
              <a:t>I</a:t>
            </a:r>
            <a:r>
              <a:rPr lang="en-US" sz="2400" i="1" dirty="0"/>
              <a:t>s </a:t>
            </a:r>
            <a:r>
              <a:rPr lang="en-US" sz="2400" b="1" i="1" dirty="0">
                <a:solidFill>
                  <a:srgbClr val="C00000"/>
                </a:solidFill>
              </a:rPr>
              <a:t>D</a:t>
            </a:r>
            <a:r>
              <a:rPr lang="en-US" sz="2400" i="1" dirty="0"/>
              <a:t>oubtfully </a:t>
            </a:r>
            <a:r>
              <a:rPr lang="en-US" sz="2400" b="1" i="1" dirty="0">
                <a:solidFill>
                  <a:srgbClr val="C00000"/>
                </a:solidFill>
              </a:rPr>
              <a:t>E</a:t>
            </a:r>
            <a:r>
              <a:rPr lang="en-US" sz="2400" i="1" dirty="0"/>
              <a:t>ffective</a:t>
            </a:r>
          </a:p>
          <a:p>
            <a:pPr eaLnBrk="1" hangingPunct="1">
              <a:buFont typeface="Wingdings 2" pitchFamily="18" charset="2"/>
              <a:buNone/>
            </a:pPr>
            <a:r>
              <a:rPr lang="en-US" sz="2400" dirty="0"/>
              <a:t>			  </a:t>
            </a:r>
          </a:p>
          <a:p>
            <a:pPr eaLnBrk="1" hangingPunct="1">
              <a:buFont typeface="Wingdings 2" pitchFamily="18" charset="2"/>
              <a:buNone/>
            </a:pPr>
            <a:r>
              <a:rPr lang="en-US" sz="2400" dirty="0">
                <a:solidFill>
                  <a:srgbClr val="FF0000"/>
                </a:solidFill>
              </a:rPr>
              <a:t>           		  </a:t>
            </a:r>
            <a:r>
              <a:rPr lang="en-US" sz="2400" b="1" dirty="0">
                <a:solidFill>
                  <a:srgbClr val="FF0000"/>
                </a:solidFill>
              </a:rPr>
              <a:t>‘</a:t>
            </a:r>
            <a:r>
              <a:rPr lang="en-US" sz="2400" b="1" i="1" dirty="0">
                <a:solidFill>
                  <a:srgbClr val="FF0000"/>
                </a:solidFill>
              </a:rPr>
              <a:t>Secret inside’</a:t>
            </a:r>
            <a:endParaRPr lang="en-US" sz="2400" b="1" dirty="0">
              <a:solidFill>
                <a:srgbClr val="FF0000"/>
              </a:solidFill>
            </a:endParaRPr>
          </a:p>
          <a:p>
            <a:pPr eaLnBrk="1" hangingPunct="1"/>
            <a:endParaRPr lang="en-IN" sz="2400" dirty="0">
              <a:latin typeface="Times New Roman" pitchFamily="18" charset="0"/>
              <a:cs typeface="Times New Roman"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1" eaLnBrk="1" hangingPunct="1">
              <a:defRPr/>
            </a:pPr>
            <a:r>
              <a:rPr lang="en-US" sz="3400" dirty="0"/>
              <a:t>Image Steganography</a:t>
            </a:r>
            <a:br>
              <a:rPr lang="en-US" sz="3400" dirty="0"/>
            </a:br>
            <a:endParaRPr lang="en-IN" dirty="0"/>
          </a:p>
        </p:txBody>
      </p:sp>
      <p:pic>
        <p:nvPicPr>
          <p:cNvPr id="16387" name="Picture 2"/>
          <p:cNvPicPr>
            <a:picLocks noGrp="1" noChangeAspect="1" noChangeArrowheads="1"/>
          </p:cNvPicPr>
          <p:nvPr>
            <p:ph idx="1"/>
          </p:nvPr>
        </p:nvPicPr>
        <p:blipFill>
          <a:blip r:embed="rId2"/>
          <a:srcRect/>
          <a:stretch>
            <a:fillRect/>
          </a:stretch>
        </p:blipFill>
        <p:spPr>
          <a:xfrm>
            <a:off x="1968501" y="2133600"/>
            <a:ext cx="6720417" cy="3024188"/>
          </a:xfrm>
          <a:noFill/>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hangingPunct="1">
              <a:defRPr/>
            </a:pPr>
            <a:r>
              <a:rPr lang="en-IN" b="1" dirty="0"/>
              <a:t>Audio Steganography</a:t>
            </a:r>
            <a:endParaRPr lang="en-IN" dirty="0"/>
          </a:p>
        </p:txBody>
      </p:sp>
      <p:sp>
        <p:nvSpPr>
          <p:cNvPr id="17411" name="Content Placeholder 2"/>
          <p:cNvSpPr>
            <a:spLocks noGrp="1"/>
          </p:cNvSpPr>
          <p:nvPr>
            <p:ph idx="1"/>
          </p:nvPr>
        </p:nvSpPr>
        <p:spPr/>
        <p:txBody>
          <a:bodyPr/>
          <a:lstStyle/>
          <a:p>
            <a:pPr eaLnBrk="1" hangingPunct="1"/>
            <a:r>
              <a:rPr lang="en-IN" sz="2800" dirty="0">
                <a:latin typeface="Times New Roman" pitchFamily="18" charset="0"/>
                <a:cs typeface="Times New Roman" pitchFamily="18" charset="0"/>
              </a:rPr>
              <a:t>It is a technique used to transmit hidden information by modifying an </a:t>
            </a:r>
            <a:r>
              <a:rPr lang="en-IN" sz="2800" b="1" dirty="0">
                <a:latin typeface="Times New Roman" pitchFamily="18" charset="0"/>
                <a:cs typeface="Times New Roman" pitchFamily="18" charset="0"/>
              </a:rPr>
              <a:t>audio</a:t>
            </a:r>
            <a:r>
              <a:rPr lang="en-IN" sz="2800" dirty="0">
                <a:latin typeface="Times New Roman" pitchFamily="18" charset="0"/>
                <a:cs typeface="Times New Roman" pitchFamily="18" charset="0"/>
              </a:rPr>
              <a:t> signal in an imperceptible manner. It is the science of hiding some secret text or </a:t>
            </a:r>
            <a:r>
              <a:rPr lang="en-IN" sz="2800" b="1" dirty="0">
                <a:latin typeface="Times New Roman" pitchFamily="18" charset="0"/>
                <a:cs typeface="Times New Roman" pitchFamily="18" charset="0"/>
              </a:rPr>
              <a:t>audio</a:t>
            </a:r>
            <a:r>
              <a:rPr lang="en-IN" sz="2800" dirty="0">
                <a:latin typeface="Times New Roman" pitchFamily="18" charset="0"/>
                <a:cs typeface="Times New Roman" pitchFamily="18" charset="0"/>
              </a:rPr>
              <a:t> information in a host message. The host message before </a:t>
            </a:r>
            <a:r>
              <a:rPr lang="en-IN" sz="2800" b="1" dirty="0" err="1">
                <a:latin typeface="Times New Roman" pitchFamily="18" charset="0"/>
                <a:cs typeface="Times New Roman" pitchFamily="18" charset="0"/>
              </a:rPr>
              <a:t>steganography</a:t>
            </a:r>
            <a:r>
              <a:rPr lang="en-IN" sz="2800" dirty="0">
                <a:latin typeface="Times New Roman" pitchFamily="18" charset="0"/>
                <a:cs typeface="Times New Roman" pitchFamily="18" charset="0"/>
              </a:rPr>
              <a:t> and </a:t>
            </a:r>
            <a:r>
              <a:rPr lang="en-IN" sz="2800" dirty="0" err="1">
                <a:latin typeface="Times New Roman" pitchFamily="18" charset="0"/>
                <a:cs typeface="Times New Roman" pitchFamily="18" charset="0"/>
              </a:rPr>
              <a:t>stego</a:t>
            </a:r>
            <a:r>
              <a:rPr lang="en-IN" sz="2800" dirty="0">
                <a:latin typeface="Times New Roman" pitchFamily="18" charset="0"/>
                <a:cs typeface="Times New Roman" pitchFamily="18" charset="0"/>
              </a:rPr>
              <a:t> message after </a:t>
            </a:r>
            <a:r>
              <a:rPr lang="en-IN" sz="2800" b="1" dirty="0" err="1">
                <a:latin typeface="Times New Roman" pitchFamily="18" charset="0"/>
                <a:cs typeface="Times New Roman" pitchFamily="18" charset="0"/>
              </a:rPr>
              <a:t>steganography</a:t>
            </a:r>
            <a:r>
              <a:rPr lang="en-IN" sz="2800" dirty="0">
                <a:latin typeface="Times New Roman" pitchFamily="18" charset="0"/>
                <a:cs typeface="Times New Roman" pitchFamily="18" charset="0"/>
              </a:rPr>
              <a:t> have the same characteristics.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322016" y="1202788"/>
            <a:ext cx="10178322" cy="3593591"/>
          </a:xfrm>
        </p:spPr>
        <p:txBody>
          <a:bodyPr>
            <a:normAutofit/>
          </a:bodyPr>
          <a:lstStyle/>
          <a:p>
            <a:pPr eaLnBrk="1" fontAlgn="auto" hangingPunct="1">
              <a:spcAft>
                <a:spcPts val="0"/>
              </a:spcAft>
              <a:buFont typeface="Wingdings 2"/>
              <a:buChar char=""/>
              <a:defRPr/>
            </a:pPr>
            <a:r>
              <a:rPr lang="en-IN" sz="2400" b="1" dirty="0">
                <a:latin typeface="Times New Roman" pitchFamily="18" charset="0"/>
                <a:cs typeface="Times New Roman" pitchFamily="18" charset="0"/>
              </a:rPr>
              <a:t>Advantages:</a:t>
            </a:r>
          </a:p>
          <a:p>
            <a:pPr lvl="1" eaLnBrk="1" fontAlgn="auto" hangingPunct="1">
              <a:spcAft>
                <a:spcPts val="0"/>
              </a:spcAft>
              <a:buFont typeface="Wingdings 2"/>
              <a:buChar char=""/>
              <a:defRPr/>
            </a:pPr>
            <a:r>
              <a:rPr lang="en-IN" sz="2400" dirty="0">
                <a:latin typeface="Times New Roman" pitchFamily="18" charset="0"/>
                <a:cs typeface="Times New Roman" pitchFamily="18" charset="0"/>
              </a:rPr>
              <a:t>No one suspects existence of message</a:t>
            </a:r>
          </a:p>
          <a:p>
            <a:pPr lvl="1" eaLnBrk="1" fontAlgn="auto" hangingPunct="1">
              <a:spcAft>
                <a:spcPts val="0"/>
              </a:spcAft>
              <a:buFont typeface="Wingdings 2"/>
              <a:buChar char=""/>
              <a:defRPr/>
            </a:pPr>
            <a:r>
              <a:rPr lang="en-IN" sz="2400" dirty="0">
                <a:latin typeface="Times New Roman" pitchFamily="18" charset="0"/>
                <a:cs typeface="Times New Roman" pitchFamily="18" charset="0"/>
              </a:rPr>
              <a:t>Highly secure</a:t>
            </a:r>
          </a:p>
          <a:p>
            <a:pPr marL="457200" lvl="1" indent="0" eaLnBrk="1" fontAlgn="auto" hangingPunct="1">
              <a:spcAft>
                <a:spcPts val="0"/>
              </a:spcAft>
              <a:buFont typeface="Wingdings 2"/>
              <a:buNone/>
              <a:defRPr/>
            </a:pPr>
            <a:endParaRPr lang="en-IN" sz="2400" dirty="0">
              <a:latin typeface="Times New Roman" pitchFamily="18" charset="0"/>
              <a:cs typeface="Times New Roman" pitchFamily="18" charset="0"/>
            </a:endParaRPr>
          </a:p>
          <a:p>
            <a:pPr eaLnBrk="1" fontAlgn="auto" hangingPunct="1">
              <a:spcAft>
                <a:spcPts val="0"/>
              </a:spcAft>
              <a:buFont typeface="Wingdings 2"/>
              <a:buChar char=""/>
              <a:defRPr/>
            </a:pPr>
            <a:r>
              <a:rPr lang="en-IN" sz="2400" b="1" dirty="0">
                <a:latin typeface="Times New Roman" pitchFamily="18" charset="0"/>
                <a:cs typeface="Times New Roman" pitchFamily="18" charset="0"/>
              </a:rPr>
              <a:t>Disadvantages:</a:t>
            </a:r>
          </a:p>
          <a:p>
            <a:pPr lvl="1" eaLnBrk="1" fontAlgn="auto" hangingPunct="1">
              <a:spcAft>
                <a:spcPts val="0"/>
              </a:spcAft>
              <a:buFont typeface="Wingdings 2"/>
              <a:buChar char=""/>
              <a:defRPr/>
            </a:pPr>
            <a:r>
              <a:rPr lang="en-IN" sz="2400" dirty="0">
                <a:latin typeface="Times New Roman" pitchFamily="18" charset="0"/>
                <a:cs typeface="Times New Roman" pitchFamily="18" charset="0"/>
              </a:rPr>
              <a:t>It requires a lot of overhead to hide a relatively few bits of information</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191063" y="369095"/>
            <a:ext cx="10611731" cy="5632311"/>
          </a:xfrm>
          <a:prstGeom prst="rect">
            <a:avLst/>
          </a:prstGeom>
        </p:spPr>
        <p:txBody>
          <a:bodyPr wrap="square">
            <a:spAutoFit/>
          </a:bodyPr>
          <a:lstStyle/>
          <a:p>
            <a:pPr algn="just">
              <a:lnSpc>
                <a:spcPct val="150000"/>
              </a:lnSpc>
            </a:pPr>
            <a:r>
              <a:rPr lang="en-US" sz="2400" b="1" dirty="0">
                <a:latin typeface="Times New Roman" pitchFamily="18" charset="0"/>
                <a:cs typeface="Times New Roman" pitchFamily="18" charset="0"/>
              </a:rPr>
              <a:t>Examples of </a:t>
            </a:r>
            <a:r>
              <a:rPr lang="en-US" sz="2400" b="1" dirty="0" err="1">
                <a:latin typeface="Times New Roman" pitchFamily="18" charset="0"/>
                <a:cs typeface="Times New Roman" pitchFamily="18" charset="0"/>
              </a:rPr>
              <a:t>Steganography</a:t>
            </a:r>
            <a:r>
              <a:rPr lang="en-US" sz="2400" b="1" dirty="0">
                <a:latin typeface="Times New Roman" pitchFamily="18" charset="0"/>
                <a:cs typeface="Times New Roman" pitchFamily="18" charset="0"/>
              </a:rPr>
              <a:t> in Cyber Attacks</a:t>
            </a:r>
          </a:p>
          <a:p>
            <a:pPr algn="just">
              <a:lnSpc>
                <a:spcPct val="150000"/>
              </a:lnSpc>
            </a:pPr>
            <a:r>
              <a:rPr lang="en-US" sz="2400" b="1" cap="all" dirty="0">
                <a:latin typeface="Times New Roman" pitchFamily="18" charset="0"/>
                <a:cs typeface="Times New Roman" pitchFamily="18" charset="0"/>
              </a:rPr>
              <a:t>E-COMMERCE PAGES</a:t>
            </a:r>
          </a:p>
          <a:p>
            <a:pPr algn="just">
              <a:lnSpc>
                <a:spcPct val="150000"/>
              </a:lnSpc>
              <a:buFont typeface="Arial" pitchFamily="34" charset="0"/>
              <a:buChar char="•"/>
            </a:pPr>
            <a:r>
              <a:rPr lang="en-US" sz="2400" dirty="0">
                <a:latin typeface="Times New Roman" pitchFamily="18" charset="0"/>
                <a:cs typeface="Times New Roman" pitchFamily="18" charset="0"/>
              </a:rPr>
              <a:t>Dutch </a:t>
            </a:r>
            <a:r>
              <a:rPr lang="en-US" sz="2400" dirty="0" err="1">
                <a:latin typeface="Times New Roman" pitchFamily="18" charset="0"/>
                <a:cs typeface="Times New Roman" pitchFamily="18" charset="0"/>
              </a:rPr>
              <a:t>cybersecurity</a:t>
            </a:r>
            <a:r>
              <a:rPr lang="en-US" sz="2400" dirty="0">
                <a:latin typeface="Times New Roman" pitchFamily="18" charset="0"/>
                <a:cs typeface="Times New Roman" pitchFamily="18" charset="0"/>
              </a:rPr>
              <a:t> firm </a:t>
            </a:r>
            <a:r>
              <a:rPr lang="en-US" sz="2400" dirty="0" err="1">
                <a:latin typeface="Times New Roman" pitchFamily="18" charset="0"/>
                <a:cs typeface="Times New Roman" pitchFamily="18" charset="0"/>
                <a:hlinkClick r:id="rId2"/>
              </a:rPr>
              <a:t>Sansec</a:t>
            </a:r>
            <a:r>
              <a:rPr lang="en-US" sz="2400" dirty="0">
                <a:latin typeface="Times New Roman" pitchFamily="18" charset="0"/>
                <a:cs typeface="Times New Roman" pitchFamily="18" charset="0"/>
              </a:rPr>
              <a:t> discovered in September of 2020 that cybercrime groups were using image </a:t>
            </a:r>
            <a:r>
              <a:rPr lang="en-US" sz="2400" dirty="0" err="1">
                <a:latin typeface="Times New Roman" pitchFamily="18" charset="0"/>
                <a:cs typeface="Times New Roman" pitchFamily="18" charset="0"/>
              </a:rPr>
              <a:t>steganography</a:t>
            </a:r>
            <a:r>
              <a:rPr lang="en-US" sz="2400" dirty="0">
                <a:latin typeface="Times New Roman" pitchFamily="18" charset="0"/>
                <a:cs typeface="Times New Roman" pitchFamily="18" charset="0"/>
              </a:rPr>
              <a:t> to steal payment information from online stores’ checkout pages.</a:t>
            </a:r>
          </a:p>
          <a:p>
            <a:pPr algn="just">
              <a:lnSpc>
                <a:spcPct val="150000"/>
              </a:lnSpc>
              <a:buFont typeface="Arial" pitchFamily="34" charset="0"/>
              <a:buChar char="•"/>
            </a:pPr>
            <a:r>
              <a:rPr lang="en-US" sz="2400" dirty="0">
                <a:latin typeface="Times New Roman" pitchFamily="18" charset="0"/>
                <a:cs typeface="Times New Roman" pitchFamily="18" charset="0"/>
              </a:rPr>
              <a:t>This type of “skimming” attack is common. In it, hackers add malicious software into the code of a retailer’s checkout page. When a shopper enters their payment details, those details are recorded and sent to a server in a remote location. </a:t>
            </a:r>
          </a:p>
          <a:p>
            <a:pPr algn="just">
              <a:lnSpc>
                <a:spcPct val="150000"/>
              </a:lnSpc>
              <a:buFont typeface="Arial" pitchFamily="34" charset="0"/>
              <a:buChar char="•"/>
            </a:pPr>
            <a:r>
              <a:rPr lang="en-US" sz="2400" dirty="0" err="1">
                <a:latin typeface="Times New Roman" pitchFamily="18" charset="0"/>
                <a:cs typeface="Times New Roman" pitchFamily="18" charset="0"/>
              </a:rPr>
              <a:t>Sansec</a:t>
            </a:r>
            <a:r>
              <a:rPr lang="en-US" sz="2400" dirty="0">
                <a:latin typeface="Times New Roman" pitchFamily="18" charset="0"/>
                <a:cs typeface="Times New Roman" pitchFamily="18" charset="0"/>
              </a:rPr>
              <a:t> founder Willem de </a:t>
            </a:r>
            <a:r>
              <a:rPr lang="en-US" sz="2400" dirty="0" err="1">
                <a:latin typeface="Times New Roman" pitchFamily="18" charset="0"/>
                <a:cs typeface="Times New Roman" pitchFamily="18" charset="0"/>
              </a:rPr>
              <a:t>Groot</a:t>
            </a:r>
            <a:r>
              <a:rPr lang="en-US" sz="2400" dirty="0">
                <a:latin typeface="Times New Roman" pitchFamily="18" charset="0"/>
                <a:cs typeface="Times New Roman" pitchFamily="18" charset="0"/>
              </a:rPr>
              <a:t> said the firm has detected more than 50,000 online stores in the last six years that have fallen victim to skimming malware.</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810042" y="1394861"/>
            <a:ext cx="10381957" cy="2460738"/>
          </a:xfrm>
          <a:prstGeom prst="rect">
            <a:avLst/>
          </a:prstGeom>
        </p:spPr>
        <p:txBody>
          <a:bodyPr wrap="square">
            <a:spAutoFit/>
          </a:bodyPr>
          <a:lstStyle/>
          <a:p>
            <a:pPr>
              <a:lnSpc>
                <a:spcPct val="200000"/>
              </a:lnSpc>
            </a:pPr>
            <a:r>
              <a:rPr lang="en-US" sz="2000" b="1" dirty="0">
                <a:latin typeface="Times New Roman" pitchFamily="18" charset="0"/>
                <a:cs typeface="Times New Roman" pitchFamily="18" charset="0"/>
              </a:rPr>
              <a:t>Step 1: Determine the Image </a:t>
            </a:r>
            <a:r>
              <a:rPr lang="en-US" sz="2000" b="1" dirty="0" err="1">
                <a:latin typeface="Times New Roman" pitchFamily="18" charset="0"/>
                <a:cs typeface="Times New Roman" pitchFamily="18" charset="0"/>
              </a:rPr>
              <a:t>Steganography</a:t>
            </a:r>
            <a:r>
              <a:rPr lang="en-US" sz="2000" b="1" dirty="0">
                <a:latin typeface="Times New Roman" pitchFamily="18" charset="0"/>
                <a:cs typeface="Times New Roman" pitchFamily="18" charset="0"/>
              </a:rPr>
              <a:t> Attack Target and Payload</a:t>
            </a:r>
          </a:p>
          <a:p>
            <a:pPr>
              <a:lnSpc>
                <a:spcPct val="200000"/>
              </a:lnSpc>
            </a:pPr>
            <a:r>
              <a:rPr lang="en-US" sz="2000" b="1" dirty="0">
                <a:latin typeface="Times New Roman" pitchFamily="18" charset="0"/>
                <a:cs typeface="Times New Roman" pitchFamily="18" charset="0"/>
              </a:rPr>
              <a:t>Step 2: Alter an Image Using </a:t>
            </a:r>
            <a:r>
              <a:rPr lang="en-US" sz="2000" b="1" dirty="0" err="1">
                <a:latin typeface="Times New Roman" pitchFamily="18" charset="0"/>
                <a:cs typeface="Times New Roman" pitchFamily="18" charset="0"/>
              </a:rPr>
              <a:t>Steganography</a:t>
            </a:r>
            <a:endParaRPr lang="en-US" sz="2000" b="1" dirty="0">
              <a:latin typeface="Times New Roman" pitchFamily="18" charset="0"/>
              <a:cs typeface="Times New Roman" pitchFamily="18" charset="0"/>
            </a:endParaRPr>
          </a:p>
          <a:p>
            <a:pPr>
              <a:lnSpc>
                <a:spcPct val="200000"/>
              </a:lnSpc>
            </a:pPr>
            <a:r>
              <a:rPr lang="en-US" sz="2000" b="1" dirty="0">
                <a:latin typeface="Times New Roman" pitchFamily="18" charset="0"/>
                <a:cs typeface="Times New Roman" pitchFamily="18" charset="0"/>
              </a:rPr>
              <a:t>Step 3: Extract the Malicious Image Code</a:t>
            </a:r>
          </a:p>
          <a:p>
            <a:pPr>
              <a:lnSpc>
                <a:spcPct val="200000"/>
              </a:lnSpc>
            </a:pPr>
            <a:endParaRPr lang="en-US" sz="2000" b="1" dirty="0">
              <a:latin typeface="Times New Roman" pitchFamily="18" charset="0"/>
              <a:cs typeface="Times New Roman" pitchFamily="18" charset="0"/>
            </a:endParaRPr>
          </a:p>
        </p:txBody>
      </p:sp>
      <p:sp>
        <p:nvSpPr>
          <p:cNvPr id="4" name="TextBox 3"/>
          <p:cNvSpPr txBox="1"/>
          <p:nvPr/>
        </p:nvSpPr>
        <p:spPr>
          <a:xfrm>
            <a:off x="3010486" y="675249"/>
            <a:ext cx="4304714" cy="400110"/>
          </a:xfrm>
          <a:prstGeom prst="rect">
            <a:avLst/>
          </a:prstGeom>
          <a:noFill/>
        </p:spPr>
        <p:txBody>
          <a:bodyPr wrap="square" rtlCol="0">
            <a:spAutoFit/>
          </a:bodyPr>
          <a:lstStyle/>
          <a:p>
            <a:pPr algn="ctr"/>
            <a:r>
              <a:rPr lang="en-US" sz="2000" b="1" dirty="0"/>
              <a:t>Steps of </a:t>
            </a:r>
            <a:r>
              <a:rPr lang="en-US" sz="2000" b="1" dirty="0" err="1"/>
              <a:t>steganography</a:t>
            </a:r>
            <a:endParaRPr lang="en-US" sz="2000" b="1"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https://votirons.wpenginepowered.com/wp-content/uploads/2020/05/Image-Steganography-Kids-at-the-Beach.png"/>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a:off x="1733466" y="652119"/>
            <a:ext cx="8916668" cy="5453259"/>
          </a:xfrm>
          <a:prstGeom prst="rect">
            <a:avLst/>
          </a:prstGeom>
          <a:noFill/>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193367" y="2250831"/>
            <a:ext cx="6189784" cy="1754326"/>
          </a:xfrm>
          <a:prstGeom prst="rect">
            <a:avLst/>
          </a:prstGeom>
          <a:noFill/>
        </p:spPr>
        <p:txBody>
          <a:bodyPr wrap="square" rtlCol="0">
            <a:spAutoFit/>
          </a:bodyPr>
          <a:lstStyle/>
          <a:p>
            <a:pPr algn="ctr"/>
            <a:r>
              <a:rPr lang="en-US" sz="5400" dirty="0">
                <a:solidFill>
                  <a:srgbClr val="FF0000"/>
                </a:solidFill>
              </a:rPr>
              <a:t>DOS and DDOS attacks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8B15BE-0597-4377-BBA7-0D58CEEDBDA1}"/>
              </a:ext>
            </a:extLst>
          </p:cNvPr>
          <p:cNvSpPr>
            <a:spLocks noGrp="1"/>
          </p:cNvSpPr>
          <p:nvPr>
            <p:ph type="title"/>
          </p:nvPr>
        </p:nvSpPr>
        <p:spPr>
          <a:xfrm>
            <a:off x="838200" y="365125"/>
            <a:ext cx="10515600" cy="763127"/>
          </a:xfrm>
        </p:spPr>
        <p:txBody>
          <a:bodyPr>
            <a:normAutofit fontScale="90000"/>
          </a:bodyPr>
          <a:lstStyle/>
          <a:p>
            <a:pPr algn="ctr"/>
            <a:r>
              <a:rPr lang="en-US" dirty="0"/>
              <a:t>Bot and Botnet</a:t>
            </a:r>
          </a:p>
        </p:txBody>
      </p:sp>
      <p:sp>
        <p:nvSpPr>
          <p:cNvPr id="3" name="Content Placeholder 2">
            <a:extLst>
              <a:ext uri="{FF2B5EF4-FFF2-40B4-BE49-F238E27FC236}">
                <a16:creationId xmlns:a16="http://schemas.microsoft.com/office/drawing/2014/main" id="{B4AA0CA3-1F42-4BE2-91D6-E762453F51DA}"/>
              </a:ext>
            </a:extLst>
          </p:cNvPr>
          <p:cNvSpPr>
            <a:spLocks noGrp="1"/>
          </p:cNvSpPr>
          <p:nvPr>
            <p:ph sz="quarter" idx="1"/>
          </p:nvPr>
        </p:nvSpPr>
        <p:spPr>
          <a:xfrm>
            <a:off x="1175478" y="1128252"/>
            <a:ext cx="10178322" cy="5442154"/>
          </a:xfrm>
        </p:spPr>
        <p:txBody>
          <a:bodyPr>
            <a:noAutofit/>
          </a:bodyPr>
          <a:lstStyle/>
          <a:p>
            <a:pPr algn="just"/>
            <a:r>
              <a:rPr lang="en-US" sz="2200" dirty="0">
                <a:solidFill>
                  <a:schemeClr val="bg2"/>
                </a:solidFill>
                <a:latin typeface="Times New Roman" pitchFamily="18" charset="0"/>
                <a:cs typeface="Times New Roman" pitchFamily="18" charset="0"/>
              </a:rPr>
              <a:t>A </a:t>
            </a:r>
            <a:r>
              <a:rPr lang="en-US" sz="2200" dirty="0">
                <a:solidFill>
                  <a:srgbClr val="FF0000"/>
                </a:solidFill>
                <a:latin typeface="Times New Roman" pitchFamily="18" charset="0"/>
                <a:cs typeface="Times New Roman" pitchFamily="18" charset="0"/>
              </a:rPr>
              <a:t>bot</a:t>
            </a:r>
            <a:r>
              <a:rPr lang="en-US" sz="2200" dirty="0">
                <a:solidFill>
                  <a:schemeClr val="bg2"/>
                </a:solidFill>
                <a:latin typeface="Times New Roman" pitchFamily="18" charset="0"/>
                <a:cs typeface="Times New Roman" pitchFamily="18" charset="0"/>
              </a:rPr>
              <a:t>, short for "robot", is a type of software application or script that performs automated tasks on command. </a:t>
            </a:r>
          </a:p>
          <a:p>
            <a:pPr algn="just"/>
            <a:r>
              <a:rPr lang="en-US" sz="2200" dirty="0">
                <a:solidFill>
                  <a:schemeClr val="bg2"/>
                </a:solidFill>
                <a:latin typeface="Times New Roman" pitchFamily="18" charset="0"/>
                <a:cs typeface="Times New Roman" pitchFamily="18" charset="0"/>
              </a:rPr>
              <a:t>Bad bots perform malicious tasks that allow an attacker to remotely take control over an affected computer. </a:t>
            </a:r>
          </a:p>
          <a:p>
            <a:pPr algn="just"/>
            <a:r>
              <a:rPr lang="en-US" sz="2200" dirty="0">
                <a:solidFill>
                  <a:schemeClr val="bg2"/>
                </a:solidFill>
                <a:latin typeface="Times New Roman" pitchFamily="18" charset="0"/>
                <a:cs typeface="Times New Roman" pitchFamily="18" charset="0"/>
              </a:rPr>
              <a:t>Once infected, these machines may also be referred to as zombies.</a:t>
            </a:r>
          </a:p>
          <a:p>
            <a:pPr algn="just"/>
            <a:r>
              <a:rPr lang="en-US" sz="2200" dirty="0">
                <a:solidFill>
                  <a:schemeClr val="bg2"/>
                </a:solidFill>
                <a:latin typeface="Times New Roman" pitchFamily="18" charset="0"/>
                <a:cs typeface="Times New Roman" pitchFamily="18" charset="0"/>
              </a:rPr>
              <a:t>Although taking over one computer is useful, the real value to a criminal comes from collecting huge numbers of zombie computers and networking them so they can all be controlled at once to perform large-scale malicious acts. This type of network is known as a </a:t>
            </a:r>
            <a:r>
              <a:rPr lang="en-US" sz="2200" dirty="0">
                <a:solidFill>
                  <a:srgbClr val="FF0000"/>
                </a:solidFill>
                <a:latin typeface="Times New Roman" pitchFamily="18" charset="0"/>
                <a:cs typeface="Times New Roman" pitchFamily="18" charset="0"/>
              </a:rPr>
              <a:t>"botnet".</a:t>
            </a:r>
          </a:p>
          <a:p>
            <a:pPr algn="just"/>
            <a:r>
              <a:rPr lang="en-US" sz="2200" dirty="0">
                <a:solidFill>
                  <a:schemeClr val="bg2"/>
                </a:solidFill>
                <a:latin typeface="Times New Roman" pitchFamily="18" charset="0"/>
                <a:cs typeface="Times New Roman" pitchFamily="18" charset="0"/>
              </a:rPr>
              <a:t>The largest use of bots is in </a:t>
            </a:r>
            <a:r>
              <a:rPr lang="en-US" sz="2200" dirty="0">
                <a:solidFill>
                  <a:schemeClr val="bg2"/>
                </a:solidFill>
                <a:latin typeface="Times New Roman" pitchFamily="18" charset="0"/>
                <a:cs typeface="Times New Roman" pitchFamily="18" charset="0"/>
                <a:hlinkClick r:id="rId2" tooltip="Web crawler"/>
              </a:rPr>
              <a:t>web spidering</a:t>
            </a:r>
            <a:r>
              <a:rPr lang="en-US" sz="2200" dirty="0">
                <a:solidFill>
                  <a:schemeClr val="bg2"/>
                </a:solidFill>
                <a:latin typeface="Times New Roman" pitchFamily="18" charset="0"/>
                <a:cs typeface="Times New Roman" pitchFamily="18" charset="0"/>
              </a:rPr>
              <a:t> (</a:t>
            </a:r>
            <a:r>
              <a:rPr lang="en-US" sz="2200" i="1" dirty="0">
                <a:solidFill>
                  <a:schemeClr val="bg2"/>
                </a:solidFill>
                <a:latin typeface="Times New Roman" pitchFamily="18" charset="0"/>
                <a:cs typeface="Times New Roman" pitchFamily="18" charset="0"/>
              </a:rPr>
              <a:t>web crawler</a:t>
            </a:r>
            <a:r>
              <a:rPr lang="en-US" sz="2200" dirty="0">
                <a:solidFill>
                  <a:schemeClr val="bg2"/>
                </a:solidFill>
                <a:latin typeface="Times New Roman" pitchFamily="18" charset="0"/>
                <a:cs typeface="Times New Roman" pitchFamily="18" charset="0"/>
              </a:rPr>
              <a:t>), in which an automated script fetches, analyzes and files information from web servers at many times the speed of a human.</a:t>
            </a:r>
          </a:p>
          <a:p>
            <a:pPr algn="just"/>
            <a:r>
              <a:rPr lang="en-US" sz="2200" dirty="0">
                <a:solidFill>
                  <a:schemeClr val="bg2"/>
                </a:solidFill>
                <a:latin typeface="Times New Roman" pitchFamily="18" charset="0"/>
                <a:cs typeface="Times New Roman" pitchFamily="18" charset="0"/>
              </a:rPr>
              <a:t> More than half of all web traffic is made up of bots.</a:t>
            </a:r>
          </a:p>
        </p:txBody>
      </p:sp>
    </p:spTree>
    <p:extLst>
      <p:ext uri="{BB962C8B-B14F-4D97-AF65-F5344CB8AC3E}">
        <p14:creationId xmlns:p14="http://schemas.microsoft.com/office/powerpoint/2010/main" val="156531678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031D45-F1A4-4516-B8D6-5C78EEB89E24}"/>
              </a:ext>
            </a:extLst>
          </p:cNvPr>
          <p:cNvSpPr>
            <a:spLocks noGrp="1"/>
          </p:cNvSpPr>
          <p:nvPr>
            <p:ph type="title"/>
          </p:nvPr>
        </p:nvSpPr>
        <p:spPr/>
        <p:txBody>
          <a:bodyPr/>
          <a:lstStyle/>
          <a:p>
            <a:pPr algn="ctr"/>
            <a:r>
              <a:rPr lang="en-US" dirty="0"/>
              <a:t>Bot and Botnet</a:t>
            </a:r>
          </a:p>
        </p:txBody>
      </p:sp>
      <p:sp>
        <p:nvSpPr>
          <p:cNvPr id="3" name="Content Placeholder 2">
            <a:extLst>
              <a:ext uri="{FF2B5EF4-FFF2-40B4-BE49-F238E27FC236}">
                <a16:creationId xmlns:a16="http://schemas.microsoft.com/office/drawing/2014/main" id="{8AB5A4EA-70D5-4CB3-A713-159ECCB220FB}"/>
              </a:ext>
            </a:extLst>
          </p:cNvPr>
          <p:cNvSpPr>
            <a:spLocks noGrp="1"/>
          </p:cNvSpPr>
          <p:nvPr>
            <p:ph sz="quarter" idx="1"/>
          </p:nvPr>
        </p:nvSpPr>
        <p:spPr>
          <a:xfrm>
            <a:off x="1251678" y="2020530"/>
            <a:ext cx="9957096" cy="3593591"/>
          </a:xfrm>
        </p:spPr>
        <p:txBody>
          <a:bodyPr>
            <a:normAutofit/>
          </a:bodyPr>
          <a:lstStyle/>
          <a:p>
            <a:pPr algn="just"/>
            <a:r>
              <a:rPr lang="en-US" sz="2200" dirty="0">
                <a:solidFill>
                  <a:schemeClr val="bg2"/>
                </a:solidFill>
                <a:latin typeface="Times New Roman" pitchFamily="18" charset="0"/>
                <a:cs typeface="Times New Roman" pitchFamily="18" charset="0"/>
              </a:rPr>
              <a:t>Most botnets have an extremely small footprint, meaning they bog your system down or use a lot of system resources, so it can be difficult to recognize when your machine is being used by a criminal for malicious purposes. </a:t>
            </a:r>
          </a:p>
          <a:p>
            <a:pPr algn="just"/>
            <a:r>
              <a:rPr lang="en-US" sz="2200" dirty="0">
                <a:solidFill>
                  <a:schemeClr val="bg2"/>
                </a:solidFill>
                <a:latin typeface="Times New Roman" pitchFamily="18" charset="0"/>
                <a:cs typeface="Times New Roman" pitchFamily="18" charset="0"/>
              </a:rPr>
              <a:t>A malicious use of bots is the coordination and operation of an </a:t>
            </a:r>
            <a:r>
              <a:rPr lang="en-US" sz="2200" dirty="0">
                <a:solidFill>
                  <a:schemeClr val="bg2"/>
                </a:solidFill>
                <a:latin typeface="Times New Roman" pitchFamily="18" charset="0"/>
                <a:cs typeface="Times New Roman" pitchFamily="18" charset="0"/>
                <a:hlinkClick r:id="rId2" tooltip="Automated threat"/>
              </a:rPr>
              <a:t>automated attack</a:t>
            </a:r>
            <a:r>
              <a:rPr lang="en-US" sz="2200" dirty="0">
                <a:solidFill>
                  <a:schemeClr val="bg2"/>
                </a:solidFill>
                <a:latin typeface="Times New Roman" pitchFamily="18" charset="0"/>
                <a:cs typeface="Times New Roman" pitchFamily="18" charset="0"/>
              </a:rPr>
              <a:t> on networked computers, such as a </a:t>
            </a:r>
            <a:r>
              <a:rPr lang="en-US" sz="2200" dirty="0">
                <a:solidFill>
                  <a:schemeClr val="bg2"/>
                </a:solidFill>
                <a:latin typeface="Times New Roman" pitchFamily="18" charset="0"/>
                <a:cs typeface="Times New Roman" pitchFamily="18" charset="0"/>
                <a:hlinkClick r:id="rId3" tooltip="Denial-of-service attack"/>
              </a:rPr>
              <a:t>denial-of-service attack</a:t>
            </a:r>
            <a:r>
              <a:rPr lang="en-US" sz="2200" dirty="0">
                <a:solidFill>
                  <a:schemeClr val="bg2"/>
                </a:solidFill>
                <a:latin typeface="Times New Roman" pitchFamily="18" charset="0"/>
                <a:cs typeface="Times New Roman" pitchFamily="18" charset="0"/>
              </a:rPr>
              <a:t>.</a:t>
            </a:r>
          </a:p>
          <a:p>
            <a:pPr algn="just"/>
            <a:r>
              <a:rPr lang="en-US" sz="2200" dirty="0">
                <a:solidFill>
                  <a:schemeClr val="bg2"/>
                </a:solidFill>
                <a:latin typeface="Times New Roman" pitchFamily="18" charset="0"/>
                <a:cs typeface="Times New Roman" pitchFamily="18" charset="0"/>
              </a:rPr>
              <a:t>Botnets can be used to perform </a:t>
            </a:r>
            <a:r>
              <a:rPr lang="en-US" sz="2200" dirty="0">
                <a:solidFill>
                  <a:schemeClr val="bg2"/>
                </a:solidFill>
                <a:latin typeface="Times New Roman" pitchFamily="18" charset="0"/>
                <a:cs typeface="Times New Roman" pitchFamily="18" charset="0"/>
                <a:hlinkClick r:id="rId4" tooltip="Distributed denial-of-service attack"/>
              </a:rPr>
              <a:t>distributed denial-of-service attack</a:t>
            </a:r>
            <a:r>
              <a:rPr lang="en-US" sz="2200" dirty="0">
                <a:solidFill>
                  <a:schemeClr val="bg2"/>
                </a:solidFill>
                <a:latin typeface="Times New Roman" pitchFamily="18" charset="0"/>
                <a:cs typeface="Times New Roman" pitchFamily="18" charset="0"/>
              </a:rPr>
              <a:t> (DDoS attack), steal data,</a:t>
            </a:r>
            <a:r>
              <a:rPr lang="en-US" sz="2200" baseline="30000" dirty="0">
                <a:solidFill>
                  <a:schemeClr val="bg2"/>
                </a:solidFill>
                <a:latin typeface="Times New Roman" pitchFamily="18" charset="0"/>
                <a:cs typeface="Times New Roman" pitchFamily="18" charset="0"/>
              </a:rPr>
              <a:t> </a:t>
            </a:r>
            <a:r>
              <a:rPr lang="en-US" sz="2200" dirty="0">
                <a:solidFill>
                  <a:schemeClr val="bg2"/>
                </a:solidFill>
                <a:latin typeface="Times New Roman" pitchFamily="18" charset="0"/>
                <a:cs typeface="Times New Roman" pitchFamily="18" charset="0"/>
              </a:rPr>
              <a:t>send spam, and allows the attacker to access the device and its connection.</a:t>
            </a:r>
          </a:p>
        </p:txBody>
      </p:sp>
    </p:spTree>
    <p:extLst>
      <p:ext uri="{BB962C8B-B14F-4D97-AF65-F5344CB8AC3E}">
        <p14:creationId xmlns:p14="http://schemas.microsoft.com/office/powerpoint/2010/main" val="30128361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A53F839C-046A-4BF0-ACD6-31ACE9372656}"/>
              </a:ext>
            </a:extLst>
          </p:cNvPr>
          <p:cNvSpPr>
            <a:spLocks noGrp="1" noChangeArrowheads="1"/>
          </p:cNvSpPr>
          <p:nvPr>
            <p:ph type="title"/>
          </p:nvPr>
        </p:nvSpPr>
        <p:spPr bwMode="auto">
          <a:xfrm>
            <a:off x="1981200" y="1371600"/>
            <a:ext cx="8229600" cy="609600"/>
          </a:xfr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Autofit/>
          </a:bodyPr>
          <a:lstStyle/>
          <a:p>
            <a:pPr algn="ctr"/>
            <a:r>
              <a:rPr lang="en-US" altLang="en-US" dirty="0"/>
              <a:t>Denial of Service Attacks</a:t>
            </a:r>
          </a:p>
        </p:txBody>
      </p:sp>
      <p:sp>
        <p:nvSpPr>
          <p:cNvPr id="34819" name="Rectangle 3">
            <a:extLst>
              <a:ext uri="{FF2B5EF4-FFF2-40B4-BE49-F238E27FC236}">
                <a16:creationId xmlns:a16="http://schemas.microsoft.com/office/drawing/2014/main" id="{A887A129-7404-46FC-BD07-9A7779459156}"/>
              </a:ext>
            </a:extLst>
          </p:cNvPr>
          <p:cNvSpPr>
            <a:spLocks noGrp="1" noChangeArrowheads="1"/>
          </p:cNvSpPr>
          <p:nvPr>
            <p:ph sz="quarter" idx="1"/>
          </p:nvPr>
        </p:nvSpPr>
        <p:spPr bwMode="auto">
          <a:xfrm>
            <a:off x="1981199" y="2819400"/>
            <a:ext cx="8752449" cy="2362200"/>
          </a:xfr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lnSpcReduction="10000"/>
          </a:bodyPr>
          <a:lstStyle/>
          <a:p>
            <a:pPr algn="just"/>
            <a:r>
              <a:rPr lang="en-US" altLang="en-US" sz="2400" dirty="0">
                <a:solidFill>
                  <a:schemeClr val="bg2"/>
                </a:solidFill>
                <a:latin typeface="Times New Roman" pitchFamily="18" charset="0"/>
                <a:cs typeface="Times New Roman" pitchFamily="18" charset="0"/>
              </a:rPr>
              <a:t>Denial-of-Service (DoS) attack is an attempt by attacker to prevent legitimate users from using resources</a:t>
            </a:r>
          </a:p>
          <a:p>
            <a:pPr algn="just"/>
            <a:endParaRPr lang="en-US" altLang="en-US" sz="2400" dirty="0">
              <a:solidFill>
                <a:schemeClr val="bg2"/>
              </a:solidFill>
              <a:latin typeface="Times New Roman" pitchFamily="18" charset="0"/>
              <a:cs typeface="Times New Roman" pitchFamily="18" charset="0"/>
            </a:endParaRPr>
          </a:p>
          <a:p>
            <a:pPr algn="just"/>
            <a:r>
              <a:rPr lang="en-US" altLang="en-US" sz="2400" dirty="0">
                <a:solidFill>
                  <a:schemeClr val="bg2"/>
                </a:solidFill>
                <a:latin typeface="Times New Roman" pitchFamily="18" charset="0"/>
                <a:cs typeface="Times New Roman" pitchFamily="18" charset="0"/>
              </a:rPr>
              <a:t>Denial-of-Service denies a victim (host, router, or entire network) from providing or receiving normal services</a:t>
            </a:r>
          </a:p>
        </p:txBody>
      </p:sp>
      <p:sp>
        <p:nvSpPr>
          <p:cNvPr id="6" name="Slide Number Placeholder 4">
            <a:extLst>
              <a:ext uri="{FF2B5EF4-FFF2-40B4-BE49-F238E27FC236}">
                <a16:creationId xmlns:a16="http://schemas.microsoft.com/office/drawing/2014/main" id="{14EEC01F-C1D1-44DE-B715-AFAEF0DF8502}"/>
              </a:ext>
            </a:extLst>
          </p:cNvPr>
          <p:cNvSpPr>
            <a:spLocks noGrp="1"/>
          </p:cNvSpPr>
          <p:nvPr>
            <p:ph type="sldNum" sz="quarter" idx="4294967295"/>
          </p:nvPr>
        </p:nvSpPr>
        <p:spPr>
          <a:xfrm>
            <a:off x="10838688" y="5734050"/>
            <a:ext cx="812800" cy="521208"/>
          </a:xfrm>
          <a:prstGeom prst="rect">
            <a:avLst/>
          </a:prstGeom>
        </p:spPr>
        <p:txBody>
          <a:bodyPr/>
          <a:lstStyle/>
          <a:p>
            <a:fld id="{64A2B897-1730-4E37-9584-F52247424F19}" type="slidenum">
              <a:rPr lang="en-US" altLang="en-US"/>
              <a:pPr/>
              <a:t>28</a:t>
            </a:fld>
            <a:endParaRPr lang="en-US" alt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4" name="Rectangle 4">
            <a:extLst>
              <a:ext uri="{FF2B5EF4-FFF2-40B4-BE49-F238E27FC236}">
                <a16:creationId xmlns:a16="http://schemas.microsoft.com/office/drawing/2014/main" id="{6419AD69-BBEB-4ADC-AB3D-F2E0E4CE69D5}"/>
              </a:ext>
            </a:extLst>
          </p:cNvPr>
          <p:cNvSpPr>
            <a:spLocks noGrp="1" noChangeArrowheads="1"/>
          </p:cNvSpPr>
          <p:nvPr>
            <p:ph type="title"/>
          </p:nvPr>
        </p:nvSpPr>
        <p:spPr bwMode="auto">
          <a:xfrm>
            <a:off x="572729" y="699524"/>
            <a:ext cx="8229600" cy="533400"/>
          </a:xfr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Autofit/>
          </a:bodyPr>
          <a:lstStyle/>
          <a:p>
            <a:pPr algn="ctr"/>
            <a:r>
              <a:rPr lang="en-US" altLang="en-US" sz="3600" dirty="0"/>
              <a:t>Denial of Service Attacks</a:t>
            </a:r>
          </a:p>
        </p:txBody>
      </p:sp>
      <p:sp>
        <p:nvSpPr>
          <p:cNvPr id="35846" name="Rectangle 6">
            <a:extLst>
              <a:ext uri="{FF2B5EF4-FFF2-40B4-BE49-F238E27FC236}">
                <a16:creationId xmlns:a16="http://schemas.microsoft.com/office/drawing/2014/main" id="{BE4D10E7-6C88-4606-A4C8-BB840C64358E}"/>
              </a:ext>
            </a:extLst>
          </p:cNvPr>
          <p:cNvSpPr>
            <a:spLocks noGrp="1" noChangeArrowheads="1"/>
          </p:cNvSpPr>
          <p:nvPr>
            <p:ph sz="quarter" idx="1"/>
          </p:nvPr>
        </p:nvSpPr>
        <p:spPr bwMode="auto">
          <a:xfrm>
            <a:off x="848031" y="1536290"/>
            <a:ext cx="6921907" cy="4191000"/>
          </a:xfr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Autofit/>
          </a:bodyPr>
          <a:lstStyle/>
          <a:p>
            <a:pPr lvl="1"/>
            <a:r>
              <a:rPr lang="en-US" altLang="zh-TW" sz="2200" dirty="0">
                <a:solidFill>
                  <a:schemeClr val="bg2"/>
                </a:solidFill>
                <a:latin typeface="Times New Roman" pitchFamily="18" charset="0"/>
                <a:ea typeface="新細明體" panose="020B0604030504040204" pitchFamily="18" charset="-120"/>
                <a:cs typeface="Times New Roman" pitchFamily="18" charset="0"/>
              </a:rPr>
              <a:t>Exploit system design weaknesses</a:t>
            </a:r>
          </a:p>
          <a:p>
            <a:pPr lvl="2"/>
            <a:r>
              <a:rPr lang="en-US" altLang="zh-TW" sz="2200" dirty="0">
                <a:solidFill>
                  <a:schemeClr val="bg2"/>
                </a:solidFill>
                <a:latin typeface="Times New Roman" pitchFamily="18" charset="0"/>
                <a:ea typeface="新細明體" panose="020B0604030504040204" pitchFamily="18" charset="-120"/>
                <a:cs typeface="Times New Roman" pitchFamily="18" charset="0"/>
              </a:rPr>
              <a:t>Ping of death</a:t>
            </a:r>
          </a:p>
          <a:p>
            <a:pPr lvl="2"/>
            <a:r>
              <a:rPr lang="en-US" altLang="zh-TW" sz="2200" dirty="0">
                <a:solidFill>
                  <a:schemeClr val="bg2"/>
                </a:solidFill>
                <a:latin typeface="Times New Roman" pitchFamily="18" charset="0"/>
                <a:ea typeface="新細明體" panose="020B0604030504040204" pitchFamily="18" charset="-120"/>
                <a:cs typeface="Times New Roman" pitchFamily="18" charset="0"/>
              </a:rPr>
              <a:t>Teardrop</a:t>
            </a:r>
          </a:p>
          <a:p>
            <a:pPr lvl="1">
              <a:buFont typeface="Century Gothic" panose="020B0502020202020204" pitchFamily="34" charset="0"/>
              <a:buNone/>
            </a:pPr>
            <a:r>
              <a:rPr lang="en-US" altLang="zh-TW" dirty="0">
                <a:solidFill>
                  <a:schemeClr val="bg2"/>
                </a:solidFill>
                <a:latin typeface="Times New Roman" pitchFamily="18" charset="0"/>
                <a:ea typeface="新細明體" panose="020B0604030504040204" pitchFamily="18" charset="-120"/>
                <a:cs typeface="Times New Roman" pitchFamily="18" charset="0"/>
              </a:rPr>
              <a:t>System patches issued after discovering such attacks</a:t>
            </a:r>
          </a:p>
          <a:p>
            <a:pPr lvl="1"/>
            <a:r>
              <a:rPr lang="en-US" altLang="zh-TW" sz="2200" dirty="0">
                <a:solidFill>
                  <a:schemeClr val="bg2"/>
                </a:solidFill>
                <a:latin typeface="Times New Roman" pitchFamily="18" charset="0"/>
                <a:ea typeface="新細明體" panose="020B0604030504040204" pitchFamily="18" charset="-120"/>
                <a:cs typeface="Times New Roman" pitchFamily="18" charset="0"/>
              </a:rPr>
              <a:t>DDoS attack ( Flooding-Based)</a:t>
            </a:r>
            <a:endParaRPr lang="en-US" altLang="ko-KR" sz="2200" dirty="0">
              <a:solidFill>
                <a:schemeClr val="bg2"/>
              </a:solidFill>
              <a:latin typeface="Times New Roman" pitchFamily="18" charset="0"/>
              <a:ea typeface="굴림" panose="020B0503020000020004" pitchFamily="34" charset="-127"/>
              <a:cs typeface="Times New Roman" pitchFamily="18" charset="0"/>
            </a:endParaRPr>
          </a:p>
          <a:p>
            <a:pPr lvl="2"/>
            <a:r>
              <a:rPr lang="en-US" altLang="zh-TW" sz="2200" dirty="0">
                <a:solidFill>
                  <a:schemeClr val="bg2"/>
                </a:solidFill>
                <a:latin typeface="Times New Roman" pitchFamily="18" charset="0"/>
                <a:ea typeface="新細明體" panose="020B0604030504040204" pitchFamily="18" charset="-120"/>
                <a:cs typeface="Times New Roman" pitchFamily="18" charset="0"/>
              </a:rPr>
              <a:t>Exploit the computing power of thousands of vulnerable, unpatched machines to overwhelm a target or a victim</a:t>
            </a:r>
          </a:p>
          <a:p>
            <a:pPr lvl="2"/>
            <a:r>
              <a:rPr lang="en-US" altLang="ko-KR" sz="2200" dirty="0">
                <a:solidFill>
                  <a:schemeClr val="bg2"/>
                </a:solidFill>
                <a:latin typeface="Times New Roman" pitchFamily="18" charset="0"/>
                <a:ea typeface="굴림" panose="020B0503020000020004" pitchFamily="34" charset="-127"/>
                <a:cs typeface="Times New Roman" pitchFamily="18" charset="0"/>
              </a:rPr>
              <a:t>CPU, Memory, bandwidth exhaustion</a:t>
            </a:r>
            <a:endParaRPr lang="en-US" altLang="zh-TW" sz="2200" dirty="0">
              <a:solidFill>
                <a:schemeClr val="bg2"/>
              </a:solidFill>
              <a:latin typeface="Times New Roman" pitchFamily="18" charset="0"/>
              <a:ea typeface="新細明體" panose="020B0604030504040204" pitchFamily="18" charset="-120"/>
              <a:cs typeface="Times New Roman" pitchFamily="18" charset="0"/>
            </a:endParaRPr>
          </a:p>
        </p:txBody>
      </p:sp>
      <p:pic>
        <p:nvPicPr>
          <p:cNvPr id="5" name="Content Placeholder 3" descr="Denial-of-Service-Attack-Diagram5.jpg">
            <a:extLst>
              <a:ext uri="{FF2B5EF4-FFF2-40B4-BE49-F238E27FC236}">
                <a16:creationId xmlns:a16="http://schemas.microsoft.com/office/drawing/2014/main" id="{C456EBB7-8165-4BBC-8B68-552954459443}"/>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a:xfrm>
            <a:off x="7769939" y="0"/>
            <a:ext cx="4371206" cy="6803508"/>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1832D642-92A8-41F3-93F7-C59CB5A52BB4}"/>
              </a:ext>
            </a:extLst>
          </p:cNvPr>
          <p:cNvSpPr>
            <a:spLocks noGrp="1" noChangeArrowheads="1"/>
          </p:cNvSpPr>
          <p:nvPr>
            <p:ph type="title"/>
          </p:nvPr>
        </p:nvSpPr>
        <p:spPr/>
        <p:txBody>
          <a:bodyPr/>
          <a:lstStyle/>
          <a:p>
            <a:pPr algn="ctr"/>
            <a:r>
              <a:rPr lang="en-US" altLang="en-US" dirty="0">
                <a:effectLst>
                  <a:outerShdw blurRad="38100" dist="38100" dir="2700000" algn="tl">
                    <a:srgbClr val="FFFFFF"/>
                  </a:outerShdw>
                </a:effectLst>
              </a:rPr>
              <a:t>Classification of </a:t>
            </a:r>
            <a:r>
              <a:rPr lang="en-US" altLang="en-US" dirty="0" err="1">
                <a:effectLst>
                  <a:outerShdw blurRad="38100" dist="38100" dir="2700000" algn="tl">
                    <a:srgbClr val="FFFFFF"/>
                  </a:outerShdw>
                </a:effectLst>
              </a:rPr>
              <a:t>DoS</a:t>
            </a:r>
            <a:r>
              <a:rPr lang="en-US" altLang="en-US" dirty="0">
                <a:effectLst>
                  <a:outerShdw blurRad="38100" dist="38100" dir="2700000" algn="tl">
                    <a:srgbClr val="FFFFFF"/>
                  </a:outerShdw>
                </a:effectLst>
              </a:rPr>
              <a:t> Attacks</a:t>
            </a:r>
          </a:p>
        </p:txBody>
      </p:sp>
      <p:sp>
        <p:nvSpPr>
          <p:cNvPr id="26627" name="Rectangle 3">
            <a:extLst>
              <a:ext uri="{FF2B5EF4-FFF2-40B4-BE49-F238E27FC236}">
                <a16:creationId xmlns:a16="http://schemas.microsoft.com/office/drawing/2014/main" id="{032078D1-7E09-46CF-9EBD-4A20E2E03ACF}"/>
              </a:ext>
            </a:extLst>
          </p:cNvPr>
          <p:cNvSpPr>
            <a:spLocks noGrp="1" noChangeArrowheads="1"/>
          </p:cNvSpPr>
          <p:nvPr>
            <p:ph sz="quarter" idx="1"/>
          </p:nvPr>
        </p:nvSpPr>
        <p:spPr>
          <a:xfrm>
            <a:off x="2249128" y="1825625"/>
            <a:ext cx="6710517" cy="4351338"/>
          </a:xfrm>
        </p:spPr>
        <p:txBody>
          <a:bodyPr>
            <a:normAutofit/>
          </a:bodyPr>
          <a:lstStyle/>
          <a:p>
            <a:pPr marL="609600" indent="-609600" algn="just">
              <a:buFontTx/>
              <a:buAutoNum type="arabicPeriod"/>
            </a:pPr>
            <a:r>
              <a:rPr lang="en-US" altLang="en-US" sz="2400" dirty="0">
                <a:solidFill>
                  <a:schemeClr val="bg2"/>
                </a:solidFill>
                <a:latin typeface="Times New Roman" pitchFamily="18" charset="0"/>
                <a:cs typeface="Times New Roman" pitchFamily="18" charset="0"/>
              </a:rPr>
              <a:t>Bandwidth/Throughput Attacks</a:t>
            </a:r>
          </a:p>
          <a:p>
            <a:pPr marL="609600" indent="-609600" algn="just">
              <a:buFontTx/>
              <a:buAutoNum type="arabicPeriod"/>
            </a:pPr>
            <a:r>
              <a:rPr lang="en-US" altLang="en-US" sz="2400" dirty="0">
                <a:solidFill>
                  <a:schemeClr val="bg2"/>
                </a:solidFill>
                <a:latin typeface="Times New Roman" pitchFamily="18" charset="0"/>
                <a:cs typeface="Times New Roman" pitchFamily="18" charset="0"/>
              </a:rPr>
              <a:t>Logic Attacks</a:t>
            </a:r>
          </a:p>
          <a:p>
            <a:pPr marL="609600" indent="-609600" algn="just">
              <a:buFontTx/>
              <a:buAutoNum type="arabicPeriod"/>
            </a:pPr>
            <a:r>
              <a:rPr lang="en-US" altLang="en-US" sz="2400" dirty="0">
                <a:solidFill>
                  <a:schemeClr val="bg2"/>
                </a:solidFill>
                <a:latin typeface="Times New Roman" pitchFamily="18" charset="0"/>
                <a:cs typeface="Times New Roman" pitchFamily="18" charset="0"/>
              </a:rPr>
              <a:t>Protocol Attacks</a:t>
            </a:r>
          </a:p>
          <a:p>
            <a:pPr marL="609600" indent="-609600" algn="just">
              <a:buFontTx/>
              <a:buAutoNum type="arabicPeriod"/>
            </a:pPr>
            <a:r>
              <a:rPr lang="en-US" altLang="en-US" sz="2400" dirty="0">
                <a:solidFill>
                  <a:schemeClr val="bg2"/>
                </a:solidFill>
                <a:latin typeface="Times New Roman" pitchFamily="18" charset="0"/>
                <a:cs typeface="Times New Roman" pitchFamily="18" charset="0"/>
              </a:rPr>
              <a:t>Unintentional </a:t>
            </a:r>
            <a:r>
              <a:rPr lang="en-US" altLang="en-US" sz="2400" dirty="0" err="1">
                <a:solidFill>
                  <a:schemeClr val="bg2"/>
                </a:solidFill>
                <a:latin typeface="Times New Roman" pitchFamily="18" charset="0"/>
                <a:cs typeface="Times New Roman" pitchFamily="18" charset="0"/>
              </a:rPr>
              <a:t>DoS</a:t>
            </a:r>
            <a:r>
              <a:rPr lang="en-US" altLang="en-US" sz="2400" dirty="0">
                <a:solidFill>
                  <a:schemeClr val="bg2"/>
                </a:solidFill>
                <a:latin typeface="Times New Roman" pitchFamily="18" charset="0"/>
                <a:cs typeface="Times New Roman" pitchFamily="18" charset="0"/>
              </a:rPr>
              <a:t> Attacks </a:t>
            </a:r>
          </a:p>
        </p:txBody>
      </p:sp>
    </p:spTree>
    <p:extLst>
      <p:ext uri="{BB962C8B-B14F-4D97-AF65-F5344CB8AC3E}">
        <p14:creationId xmlns:p14="http://schemas.microsoft.com/office/powerpoint/2010/main" val="148038039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1832D642-92A8-41F3-93F7-C59CB5A52BB4}"/>
              </a:ext>
            </a:extLst>
          </p:cNvPr>
          <p:cNvSpPr>
            <a:spLocks noGrp="1" noChangeArrowheads="1"/>
          </p:cNvSpPr>
          <p:nvPr>
            <p:ph type="title"/>
          </p:nvPr>
        </p:nvSpPr>
        <p:spPr>
          <a:xfrm>
            <a:off x="1251678" y="382385"/>
            <a:ext cx="10178322" cy="783942"/>
          </a:xfrm>
        </p:spPr>
        <p:txBody>
          <a:bodyPr>
            <a:normAutofit fontScale="90000"/>
          </a:bodyPr>
          <a:lstStyle/>
          <a:p>
            <a:pPr algn="ctr"/>
            <a:r>
              <a:rPr lang="en-US" altLang="en-US" dirty="0">
                <a:effectLst>
                  <a:outerShdw blurRad="38100" dist="38100" dir="2700000" algn="tl">
                    <a:srgbClr val="FFFFFF"/>
                  </a:outerShdw>
                </a:effectLst>
              </a:rPr>
              <a:t>Bandwidth/Throughput Attacks</a:t>
            </a:r>
          </a:p>
        </p:txBody>
      </p:sp>
      <p:sp>
        <p:nvSpPr>
          <p:cNvPr id="3" name="Rectangle 2"/>
          <p:cNvSpPr/>
          <p:nvPr/>
        </p:nvSpPr>
        <p:spPr>
          <a:xfrm>
            <a:off x="2684106" y="1555761"/>
            <a:ext cx="6096000" cy="4154984"/>
          </a:xfrm>
          <a:prstGeom prst="rect">
            <a:avLst/>
          </a:prstGeom>
        </p:spPr>
        <p:txBody>
          <a:bodyPr>
            <a:spAutoFit/>
          </a:bodyPr>
          <a:lstStyle/>
          <a:p>
            <a:r>
              <a:rPr lang="en-US" sz="2400" b="1" dirty="0"/>
              <a:t>1. Bandwidth Attacks</a:t>
            </a:r>
          </a:p>
          <a:p>
            <a:r>
              <a:rPr lang="en-US" sz="2400" dirty="0"/>
              <a:t>These attacks flood the network with </a:t>
            </a:r>
            <a:r>
              <a:rPr lang="en-US" sz="2400" b="1" dirty="0"/>
              <a:t>too much traffic</a:t>
            </a:r>
            <a:r>
              <a:rPr lang="en-US" sz="2400" dirty="0"/>
              <a:t> (data, requests, or junk information).</a:t>
            </a:r>
          </a:p>
          <a:p>
            <a:endParaRPr lang="en-US" sz="2400" dirty="0"/>
          </a:p>
          <a:p>
            <a:r>
              <a:rPr lang="en-US" sz="2400" dirty="0"/>
              <a:t>The goal is to </a:t>
            </a:r>
            <a:r>
              <a:rPr lang="en-US" sz="2400" b="1" dirty="0"/>
              <a:t>use up the internet bandwidth</a:t>
            </a:r>
            <a:r>
              <a:rPr lang="en-US" sz="2400" dirty="0"/>
              <a:t> so that real users cannot access the service.</a:t>
            </a:r>
          </a:p>
          <a:p>
            <a:endParaRPr lang="en-US" sz="2400" dirty="0"/>
          </a:p>
          <a:p>
            <a:r>
              <a:rPr lang="en-US" sz="2400" dirty="0"/>
              <a:t>Example: Sending millions of fake requests to a website until it slows down or crashes</a:t>
            </a:r>
          </a:p>
        </p:txBody>
      </p:sp>
    </p:spTree>
    <p:extLst>
      <p:ext uri="{BB962C8B-B14F-4D97-AF65-F5344CB8AC3E}">
        <p14:creationId xmlns:p14="http://schemas.microsoft.com/office/powerpoint/2010/main" val="324299501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1832D642-92A8-41F3-93F7-C59CB5A52BB4}"/>
              </a:ext>
            </a:extLst>
          </p:cNvPr>
          <p:cNvSpPr>
            <a:spLocks noGrp="1" noChangeArrowheads="1"/>
          </p:cNvSpPr>
          <p:nvPr>
            <p:ph type="title"/>
          </p:nvPr>
        </p:nvSpPr>
        <p:spPr>
          <a:xfrm>
            <a:off x="1251678" y="382385"/>
            <a:ext cx="10178322" cy="783942"/>
          </a:xfrm>
        </p:spPr>
        <p:txBody>
          <a:bodyPr>
            <a:normAutofit fontScale="90000"/>
          </a:bodyPr>
          <a:lstStyle/>
          <a:p>
            <a:pPr algn="ctr"/>
            <a:r>
              <a:rPr lang="en-US" altLang="en-US" dirty="0">
                <a:effectLst>
                  <a:outerShdw blurRad="38100" dist="38100" dir="2700000" algn="tl">
                    <a:srgbClr val="FFFFFF"/>
                  </a:outerShdw>
                </a:effectLst>
              </a:rPr>
              <a:t>Logic Attacks</a:t>
            </a:r>
          </a:p>
        </p:txBody>
      </p:sp>
      <p:sp>
        <p:nvSpPr>
          <p:cNvPr id="2" name="Rectangle 1"/>
          <p:cNvSpPr/>
          <p:nvPr/>
        </p:nvSpPr>
        <p:spPr>
          <a:xfrm>
            <a:off x="3048000" y="1649066"/>
            <a:ext cx="6096000" cy="2585323"/>
          </a:xfrm>
          <a:prstGeom prst="rect">
            <a:avLst/>
          </a:prstGeom>
        </p:spPr>
        <p:txBody>
          <a:bodyPr>
            <a:spAutoFit/>
          </a:bodyPr>
          <a:lstStyle/>
          <a:p>
            <a:r>
              <a:rPr lang="en-US" sz="1800" b="1" dirty="0"/>
              <a:t>2. Logic Attacks</a:t>
            </a:r>
          </a:p>
          <a:p>
            <a:r>
              <a:rPr lang="en-US" sz="1800" dirty="0"/>
              <a:t>These attacks </a:t>
            </a:r>
            <a:r>
              <a:rPr lang="en-US" sz="1800" b="1" dirty="0"/>
              <a:t>exploit weaknesses or bugs</a:t>
            </a:r>
            <a:r>
              <a:rPr lang="en-US" sz="1800" dirty="0"/>
              <a:t> in software, operating systems, or applications.</a:t>
            </a:r>
          </a:p>
          <a:p>
            <a:endParaRPr lang="en-US" sz="1800" dirty="0"/>
          </a:p>
          <a:p>
            <a:r>
              <a:rPr lang="en-US" sz="1800" dirty="0"/>
              <a:t>Instead of sending huge traffic, the attacker sends </a:t>
            </a:r>
            <a:r>
              <a:rPr lang="en-US" sz="1800" b="1" dirty="0"/>
              <a:t>special malicious inputs</a:t>
            </a:r>
            <a:r>
              <a:rPr lang="en-US" sz="1800" dirty="0"/>
              <a:t> that cause errors or crashes.</a:t>
            </a:r>
          </a:p>
          <a:p>
            <a:endParaRPr lang="en-US" sz="1800" dirty="0"/>
          </a:p>
          <a:p>
            <a:r>
              <a:rPr lang="en-US" sz="1800" dirty="0"/>
              <a:t>Example: Sending a request that makes a web server hang or stop responding.</a:t>
            </a:r>
          </a:p>
        </p:txBody>
      </p:sp>
    </p:spTree>
    <p:extLst>
      <p:ext uri="{BB962C8B-B14F-4D97-AF65-F5344CB8AC3E}">
        <p14:creationId xmlns:p14="http://schemas.microsoft.com/office/powerpoint/2010/main" val="345231294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1832D642-92A8-41F3-93F7-C59CB5A52BB4}"/>
              </a:ext>
            </a:extLst>
          </p:cNvPr>
          <p:cNvSpPr>
            <a:spLocks noGrp="1" noChangeArrowheads="1"/>
          </p:cNvSpPr>
          <p:nvPr>
            <p:ph type="title"/>
          </p:nvPr>
        </p:nvSpPr>
        <p:spPr>
          <a:xfrm>
            <a:off x="1251678" y="382385"/>
            <a:ext cx="10178322" cy="783942"/>
          </a:xfrm>
        </p:spPr>
        <p:txBody>
          <a:bodyPr>
            <a:normAutofit fontScale="90000"/>
          </a:bodyPr>
          <a:lstStyle/>
          <a:p>
            <a:pPr algn="ctr"/>
            <a:r>
              <a:rPr lang="en-US" altLang="en-US" dirty="0">
                <a:effectLst>
                  <a:outerShdw blurRad="38100" dist="38100" dir="2700000" algn="tl">
                    <a:srgbClr val="FFFFFF"/>
                  </a:outerShdw>
                </a:effectLst>
              </a:rPr>
              <a:t>Protocol Attacks</a:t>
            </a:r>
          </a:p>
        </p:txBody>
      </p:sp>
      <p:sp>
        <p:nvSpPr>
          <p:cNvPr id="2" name="Rectangle 1"/>
          <p:cNvSpPr/>
          <p:nvPr/>
        </p:nvSpPr>
        <p:spPr>
          <a:xfrm>
            <a:off x="3048000" y="1565091"/>
            <a:ext cx="6096000" cy="3477875"/>
          </a:xfrm>
          <a:prstGeom prst="rect">
            <a:avLst/>
          </a:prstGeom>
        </p:spPr>
        <p:txBody>
          <a:bodyPr>
            <a:spAutoFit/>
          </a:bodyPr>
          <a:lstStyle/>
          <a:p>
            <a:r>
              <a:rPr lang="en-US" sz="2000" b="1" dirty="0"/>
              <a:t>3. Protocol Attacks</a:t>
            </a:r>
          </a:p>
          <a:p>
            <a:r>
              <a:rPr lang="en-US" sz="2000" dirty="0"/>
              <a:t>These attacks target the </a:t>
            </a:r>
            <a:r>
              <a:rPr lang="en-US" sz="2000" b="1" dirty="0"/>
              <a:t>communication rules (protocols)</a:t>
            </a:r>
            <a:r>
              <a:rPr lang="en-US" sz="2000" dirty="0"/>
              <a:t> that devices use to talk to each other (like TCP, HTTP, ICMP).</a:t>
            </a:r>
          </a:p>
          <a:p>
            <a:endParaRPr lang="en-US" sz="2000" dirty="0"/>
          </a:p>
          <a:p>
            <a:r>
              <a:rPr lang="en-US" sz="2000" dirty="0"/>
              <a:t>The attacker abuses these rules to </a:t>
            </a:r>
            <a:r>
              <a:rPr lang="en-US" sz="2000" b="1" dirty="0"/>
              <a:t>overload servers or networking equipment</a:t>
            </a:r>
            <a:r>
              <a:rPr lang="en-US" sz="2000" dirty="0"/>
              <a:t>.</a:t>
            </a:r>
          </a:p>
          <a:p>
            <a:endParaRPr lang="en-US" sz="2000" dirty="0"/>
          </a:p>
          <a:p>
            <a:r>
              <a:rPr lang="en-US" sz="2000" dirty="0"/>
              <a:t>Example: </a:t>
            </a:r>
            <a:r>
              <a:rPr lang="en-US" sz="2000" b="1" dirty="0"/>
              <a:t>SYN Flood attack</a:t>
            </a:r>
            <a:r>
              <a:rPr lang="en-US" sz="2000" dirty="0"/>
              <a:t> – sending lots of half-open connection requests that fill up server resources.</a:t>
            </a:r>
          </a:p>
        </p:txBody>
      </p:sp>
    </p:spTree>
    <p:extLst>
      <p:ext uri="{BB962C8B-B14F-4D97-AF65-F5344CB8AC3E}">
        <p14:creationId xmlns:p14="http://schemas.microsoft.com/office/powerpoint/2010/main" val="148262441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1832D642-92A8-41F3-93F7-C59CB5A52BB4}"/>
              </a:ext>
            </a:extLst>
          </p:cNvPr>
          <p:cNvSpPr>
            <a:spLocks noGrp="1" noChangeArrowheads="1"/>
          </p:cNvSpPr>
          <p:nvPr>
            <p:ph type="title"/>
          </p:nvPr>
        </p:nvSpPr>
        <p:spPr>
          <a:xfrm>
            <a:off x="1251678" y="382385"/>
            <a:ext cx="10178322" cy="783942"/>
          </a:xfrm>
        </p:spPr>
        <p:txBody>
          <a:bodyPr>
            <a:normAutofit fontScale="90000"/>
          </a:bodyPr>
          <a:lstStyle/>
          <a:p>
            <a:pPr algn="ctr"/>
            <a:r>
              <a:rPr lang="en-US" altLang="en-US" dirty="0">
                <a:effectLst>
                  <a:outerShdw blurRad="38100" dist="38100" dir="2700000" algn="tl">
                    <a:srgbClr val="FFFFFF"/>
                  </a:outerShdw>
                </a:effectLst>
              </a:rPr>
              <a:t>Unintentional </a:t>
            </a:r>
            <a:r>
              <a:rPr lang="en-US" altLang="en-US" dirty="0" err="1">
                <a:effectLst>
                  <a:outerShdw blurRad="38100" dist="38100" dir="2700000" algn="tl">
                    <a:srgbClr val="FFFFFF"/>
                  </a:outerShdw>
                </a:effectLst>
              </a:rPr>
              <a:t>DoS</a:t>
            </a:r>
            <a:r>
              <a:rPr lang="en-US" altLang="en-US" dirty="0">
                <a:effectLst>
                  <a:outerShdw blurRad="38100" dist="38100" dir="2700000" algn="tl">
                    <a:srgbClr val="FFFFFF"/>
                  </a:outerShdw>
                </a:effectLst>
              </a:rPr>
              <a:t> Attacks </a:t>
            </a:r>
          </a:p>
        </p:txBody>
      </p:sp>
      <p:sp>
        <p:nvSpPr>
          <p:cNvPr id="2" name="Rectangle 1"/>
          <p:cNvSpPr/>
          <p:nvPr/>
        </p:nvSpPr>
        <p:spPr>
          <a:xfrm>
            <a:off x="3048000" y="1565931"/>
            <a:ext cx="6096000" cy="3416320"/>
          </a:xfrm>
          <a:prstGeom prst="rect">
            <a:avLst/>
          </a:prstGeom>
        </p:spPr>
        <p:txBody>
          <a:bodyPr>
            <a:spAutoFit/>
          </a:bodyPr>
          <a:lstStyle/>
          <a:p>
            <a:r>
              <a:rPr lang="en-US" sz="2400" b="1" dirty="0"/>
              <a:t>4. Unintentional </a:t>
            </a:r>
            <a:r>
              <a:rPr lang="en-US" sz="2400" b="1" dirty="0" err="1"/>
              <a:t>DoS</a:t>
            </a:r>
            <a:r>
              <a:rPr lang="en-US" sz="2400" b="1" dirty="0"/>
              <a:t> Attack</a:t>
            </a:r>
          </a:p>
          <a:p>
            <a:endParaRPr lang="en-US" sz="2400" b="1" dirty="0"/>
          </a:p>
          <a:p>
            <a:r>
              <a:rPr lang="en-US" sz="2400" dirty="0"/>
              <a:t>Not all </a:t>
            </a:r>
            <a:r>
              <a:rPr lang="en-US" sz="2400" dirty="0" err="1"/>
              <a:t>DoS</a:t>
            </a:r>
            <a:r>
              <a:rPr lang="en-US" sz="2400" dirty="0"/>
              <a:t> attacks are caused by hackers.</a:t>
            </a:r>
          </a:p>
          <a:p>
            <a:r>
              <a:rPr lang="en-US" sz="2400" dirty="0"/>
              <a:t>Sometimes, </a:t>
            </a:r>
            <a:r>
              <a:rPr lang="en-US" sz="2400" b="1" dirty="0"/>
              <a:t>a sudden rush of real users</a:t>
            </a:r>
            <a:r>
              <a:rPr lang="en-US" sz="2400" dirty="0"/>
              <a:t> can overload a system.</a:t>
            </a:r>
          </a:p>
          <a:p>
            <a:endParaRPr lang="en-US" sz="2400" dirty="0"/>
          </a:p>
          <a:p>
            <a:r>
              <a:rPr lang="en-US" sz="2400" dirty="0"/>
              <a:t>Example: When thousands of people try to book movie tickets online at the same time, the server may crash.</a:t>
            </a:r>
          </a:p>
        </p:txBody>
      </p:sp>
    </p:spTree>
    <p:extLst>
      <p:ext uri="{BB962C8B-B14F-4D97-AF65-F5344CB8AC3E}">
        <p14:creationId xmlns:p14="http://schemas.microsoft.com/office/powerpoint/2010/main" val="102496826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1832D642-92A8-41F3-93F7-C59CB5A52BB4}"/>
              </a:ext>
            </a:extLst>
          </p:cNvPr>
          <p:cNvSpPr>
            <a:spLocks noGrp="1" noChangeArrowheads="1"/>
          </p:cNvSpPr>
          <p:nvPr>
            <p:ph type="title"/>
          </p:nvPr>
        </p:nvSpPr>
        <p:spPr>
          <a:xfrm>
            <a:off x="1251678" y="382385"/>
            <a:ext cx="10178322" cy="783942"/>
          </a:xfrm>
        </p:spPr>
        <p:txBody>
          <a:bodyPr>
            <a:normAutofit fontScale="90000"/>
          </a:bodyPr>
          <a:lstStyle/>
          <a:p>
            <a:pPr algn="ctr"/>
            <a:r>
              <a:rPr lang="en-US" altLang="en-US" dirty="0">
                <a:effectLst>
                  <a:outerShdw blurRad="38100" dist="38100" dir="2700000" algn="tl">
                    <a:srgbClr val="FFFFFF"/>
                  </a:outerShdw>
                </a:effectLst>
              </a:rPr>
              <a:t>Types or Levels of  </a:t>
            </a:r>
            <a:r>
              <a:rPr lang="en-US" altLang="en-US" dirty="0" err="1">
                <a:effectLst>
                  <a:outerShdw blurRad="38100" dist="38100" dir="2700000" algn="tl">
                    <a:srgbClr val="FFFFFF"/>
                  </a:outerShdw>
                </a:effectLst>
              </a:rPr>
              <a:t>DoS</a:t>
            </a:r>
            <a:r>
              <a:rPr lang="en-US" altLang="en-US" dirty="0">
                <a:effectLst>
                  <a:outerShdw blurRad="38100" dist="38100" dir="2700000" algn="tl">
                    <a:srgbClr val="FFFFFF"/>
                  </a:outerShdw>
                </a:effectLst>
              </a:rPr>
              <a:t> Attacks </a:t>
            </a:r>
          </a:p>
        </p:txBody>
      </p:sp>
      <p:sp>
        <p:nvSpPr>
          <p:cNvPr id="2" name="Rectangle 1"/>
          <p:cNvSpPr/>
          <p:nvPr/>
        </p:nvSpPr>
        <p:spPr>
          <a:xfrm>
            <a:off x="3010679" y="1090070"/>
            <a:ext cx="6096000" cy="2308324"/>
          </a:xfrm>
          <a:prstGeom prst="rect">
            <a:avLst/>
          </a:prstGeom>
        </p:spPr>
        <p:txBody>
          <a:bodyPr>
            <a:spAutoFit/>
          </a:bodyPr>
          <a:lstStyle/>
          <a:p>
            <a:pPr marL="457200" indent="-457200">
              <a:buAutoNum type="arabicPeriod"/>
            </a:pPr>
            <a:r>
              <a:rPr lang="en-US" sz="2400" b="1" dirty="0"/>
              <a:t>Flood Attack (ping flood)</a:t>
            </a:r>
          </a:p>
          <a:p>
            <a:pPr marL="457200" indent="-457200">
              <a:buAutoNum type="arabicPeriod"/>
            </a:pPr>
            <a:r>
              <a:rPr lang="en-US" sz="2400" b="1" dirty="0"/>
              <a:t>Ping of death Attack (ICMP Packet)</a:t>
            </a:r>
          </a:p>
          <a:p>
            <a:pPr marL="457200" indent="-457200">
              <a:buFont typeface="Arial"/>
              <a:buAutoNum type="arabicPeriod"/>
            </a:pPr>
            <a:r>
              <a:rPr lang="en-US" sz="2400" b="1" dirty="0"/>
              <a:t>SYN Attack (TCP SYN flooding)</a:t>
            </a:r>
          </a:p>
          <a:p>
            <a:pPr marL="457200" indent="-457200">
              <a:buFont typeface="Arial"/>
              <a:buAutoNum type="arabicPeriod"/>
            </a:pPr>
            <a:r>
              <a:rPr lang="en-US" sz="2400" b="1" dirty="0"/>
              <a:t>Teardrop Attack</a:t>
            </a:r>
          </a:p>
          <a:p>
            <a:pPr marL="457200" indent="-457200">
              <a:buFont typeface="Arial"/>
              <a:buAutoNum type="arabicPeriod"/>
            </a:pPr>
            <a:r>
              <a:rPr lang="en-US" sz="2400" b="1" dirty="0"/>
              <a:t>Smurf Attack</a:t>
            </a:r>
          </a:p>
          <a:p>
            <a:pPr marL="457200" indent="-457200">
              <a:buFont typeface="Arial"/>
              <a:buAutoNum type="arabicPeriod"/>
            </a:pPr>
            <a:r>
              <a:rPr lang="en-US" sz="2400" b="1" dirty="0"/>
              <a:t>Nuke Attack</a:t>
            </a:r>
          </a:p>
        </p:txBody>
      </p:sp>
    </p:spTree>
    <p:extLst>
      <p:ext uri="{BB962C8B-B14F-4D97-AF65-F5344CB8AC3E}">
        <p14:creationId xmlns:p14="http://schemas.microsoft.com/office/powerpoint/2010/main" val="250271383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1832D642-92A8-41F3-93F7-C59CB5A52BB4}"/>
              </a:ext>
            </a:extLst>
          </p:cNvPr>
          <p:cNvSpPr>
            <a:spLocks noGrp="1" noChangeArrowheads="1"/>
          </p:cNvSpPr>
          <p:nvPr>
            <p:ph type="title"/>
          </p:nvPr>
        </p:nvSpPr>
        <p:spPr>
          <a:xfrm>
            <a:off x="1251678" y="382385"/>
            <a:ext cx="10178322" cy="783942"/>
          </a:xfrm>
        </p:spPr>
        <p:txBody>
          <a:bodyPr>
            <a:normAutofit fontScale="90000"/>
          </a:bodyPr>
          <a:lstStyle/>
          <a:p>
            <a:pPr algn="ctr"/>
            <a:r>
              <a:rPr lang="en-US" altLang="en-US" dirty="0">
                <a:effectLst>
                  <a:outerShdw blurRad="38100" dist="38100" dir="2700000" algn="tl">
                    <a:srgbClr val="FFFFFF"/>
                  </a:outerShdw>
                </a:effectLst>
              </a:rPr>
              <a:t>Types or Levels of  </a:t>
            </a:r>
            <a:r>
              <a:rPr lang="en-US" altLang="en-US" dirty="0" err="1">
                <a:effectLst>
                  <a:outerShdw blurRad="38100" dist="38100" dir="2700000" algn="tl">
                    <a:srgbClr val="FFFFFF"/>
                  </a:outerShdw>
                </a:effectLst>
              </a:rPr>
              <a:t>DoS</a:t>
            </a:r>
            <a:r>
              <a:rPr lang="en-US" altLang="en-US" dirty="0">
                <a:effectLst>
                  <a:outerShdw blurRad="38100" dist="38100" dir="2700000" algn="tl">
                    <a:srgbClr val="FFFFFF"/>
                  </a:outerShdw>
                </a:effectLst>
              </a:rPr>
              <a:t> Attacks </a:t>
            </a:r>
          </a:p>
        </p:txBody>
      </p:sp>
      <p:sp>
        <p:nvSpPr>
          <p:cNvPr id="2" name="Rectangle 1"/>
          <p:cNvSpPr/>
          <p:nvPr/>
        </p:nvSpPr>
        <p:spPr>
          <a:xfrm>
            <a:off x="3915749" y="1038735"/>
            <a:ext cx="6096000" cy="461665"/>
          </a:xfrm>
          <a:prstGeom prst="rect">
            <a:avLst/>
          </a:prstGeom>
        </p:spPr>
        <p:txBody>
          <a:bodyPr>
            <a:spAutoFit/>
          </a:bodyPr>
          <a:lstStyle/>
          <a:p>
            <a:r>
              <a:rPr lang="en-US" sz="2400" b="1" dirty="0"/>
              <a:t>Flood Attack (ping flood)</a:t>
            </a:r>
          </a:p>
        </p:txBody>
      </p:sp>
      <p:sp>
        <p:nvSpPr>
          <p:cNvPr id="3" name="Rectangle 2"/>
          <p:cNvSpPr/>
          <p:nvPr/>
        </p:nvSpPr>
        <p:spPr>
          <a:xfrm>
            <a:off x="886408" y="1500400"/>
            <a:ext cx="11047445" cy="2862322"/>
          </a:xfrm>
          <a:prstGeom prst="rect">
            <a:avLst/>
          </a:prstGeom>
        </p:spPr>
        <p:txBody>
          <a:bodyPr wrap="square">
            <a:spAutoFit/>
          </a:bodyPr>
          <a:lstStyle/>
          <a:p>
            <a:pPr marL="342900" indent="-342900">
              <a:buFont typeface="Arial" panose="020B0604020202020204" pitchFamily="34" charset="0"/>
              <a:buChar char="•"/>
            </a:pPr>
            <a:r>
              <a:rPr lang="en-US" sz="2000" dirty="0"/>
              <a:t>In this attack, the attacker sends a huge number of </a:t>
            </a:r>
            <a:r>
              <a:rPr lang="en-US" sz="2000" b="1" dirty="0"/>
              <a:t>ping (ICMP Echo Request)</a:t>
            </a:r>
            <a:r>
              <a:rPr lang="en-US" sz="2000" dirty="0"/>
              <a:t> messages to the victim.</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The victim’s system has to reply to each ping, which consumes processing power and network bandwidth.</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If too many requests come at once, the system slows down or becomes unavailable.</a:t>
            </a:r>
          </a:p>
          <a:p>
            <a:endParaRPr lang="en-US" sz="2000" dirty="0"/>
          </a:p>
          <a:p>
            <a:r>
              <a:rPr lang="en-US" sz="2000" dirty="0">
                <a:solidFill>
                  <a:srgbClr val="FF0000"/>
                </a:solidFill>
              </a:rPr>
              <a:t>Example: </a:t>
            </a:r>
            <a:r>
              <a:rPr lang="en-US" sz="2000" dirty="0"/>
              <a:t>Imagine someone calling your phone non-stop so you cannot answer important calls.</a:t>
            </a:r>
          </a:p>
        </p:txBody>
      </p:sp>
      <p:pic>
        <p:nvPicPr>
          <p:cNvPr id="5" name="Picture 1028">
            <a:extLst>
              <a:ext uri="{FF2B5EF4-FFF2-40B4-BE49-F238E27FC236}">
                <a16:creationId xmlns:a16="http://schemas.microsoft.com/office/drawing/2014/main" id="{2D865599-D6A9-485B-A9C5-1F755ACB31A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46879" y="4282324"/>
            <a:ext cx="5084855" cy="24567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1859156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1832D642-92A8-41F3-93F7-C59CB5A52BB4}"/>
              </a:ext>
            </a:extLst>
          </p:cNvPr>
          <p:cNvSpPr>
            <a:spLocks noGrp="1" noChangeArrowheads="1"/>
          </p:cNvSpPr>
          <p:nvPr>
            <p:ph type="title"/>
          </p:nvPr>
        </p:nvSpPr>
        <p:spPr>
          <a:xfrm>
            <a:off x="1251678" y="382385"/>
            <a:ext cx="10178322" cy="783942"/>
          </a:xfrm>
        </p:spPr>
        <p:txBody>
          <a:bodyPr>
            <a:normAutofit fontScale="90000"/>
          </a:bodyPr>
          <a:lstStyle/>
          <a:p>
            <a:pPr algn="ctr"/>
            <a:r>
              <a:rPr lang="en-US" altLang="en-US" dirty="0">
                <a:effectLst>
                  <a:outerShdw blurRad="38100" dist="38100" dir="2700000" algn="tl">
                    <a:srgbClr val="FFFFFF"/>
                  </a:outerShdw>
                </a:effectLst>
              </a:rPr>
              <a:t>Types or Levels of  </a:t>
            </a:r>
            <a:r>
              <a:rPr lang="en-US" altLang="en-US" dirty="0" err="1">
                <a:effectLst>
                  <a:outerShdw blurRad="38100" dist="38100" dir="2700000" algn="tl">
                    <a:srgbClr val="FFFFFF"/>
                  </a:outerShdw>
                </a:effectLst>
              </a:rPr>
              <a:t>DoS</a:t>
            </a:r>
            <a:r>
              <a:rPr lang="en-US" altLang="en-US" dirty="0">
                <a:effectLst>
                  <a:outerShdw blurRad="38100" dist="38100" dir="2700000" algn="tl">
                    <a:srgbClr val="FFFFFF"/>
                  </a:outerShdw>
                </a:effectLst>
              </a:rPr>
              <a:t> Attacks </a:t>
            </a:r>
          </a:p>
        </p:txBody>
      </p:sp>
      <p:sp>
        <p:nvSpPr>
          <p:cNvPr id="2" name="Rectangle 1"/>
          <p:cNvSpPr/>
          <p:nvPr/>
        </p:nvSpPr>
        <p:spPr>
          <a:xfrm>
            <a:off x="2992020" y="1179933"/>
            <a:ext cx="6096000" cy="461665"/>
          </a:xfrm>
          <a:prstGeom prst="rect">
            <a:avLst/>
          </a:prstGeom>
        </p:spPr>
        <p:txBody>
          <a:bodyPr>
            <a:spAutoFit/>
          </a:bodyPr>
          <a:lstStyle/>
          <a:p>
            <a:r>
              <a:rPr lang="en-US" sz="2400" b="1" dirty="0"/>
              <a:t>Ping of death Attack (ICMP Packet)</a:t>
            </a:r>
          </a:p>
        </p:txBody>
      </p:sp>
      <p:sp>
        <p:nvSpPr>
          <p:cNvPr id="5" name="Rectangle 4"/>
          <p:cNvSpPr/>
          <p:nvPr/>
        </p:nvSpPr>
        <p:spPr>
          <a:xfrm>
            <a:off x="799322" y="1641598"/>
            <a:ext cx="11392678" cy="2862322"/>
          </a:xfrm>
          <a:prstGeom prst="rect">
            <a:avLst/>
          </a:prstGeom>
        </p:spPr>
        <p:txBody>
          <a:bodyPr wrap="square">
            <a:spAutoFit/>
          </a:bodyPr>
          <a:lstStyle/>
          <a:p>
            <a:pPr marL="342900" indent="-342900">
              <a:buFont typeface="Arial" panose="020B0604020202020204" pitchFamily="34" charset="0"/>
              <a:buChar char="•"/>
            </a:pPr>
            <a:r>
              <a:rPr lang="en-US" sz="2000" dirty="0"/>
              <a:t>Normally, a ping packet has a limited size (up to 65,535 bytes).</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In this attack, the attacker sends an oversized or corrupted ping packet.</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When the victim’s system tries to process it, it may crash, freeze, or restart because it cannot handle such a packet.</a:t>
            </a:r>
          </a:p>
          <a:p>
            <a:endParaRPr lang="en-US" sz="2000" dirty="0"/>
          </a:p>
          <a:p>
            <a:r>
              <a:rPr lang="en-US" sz="2000" dirty="0">
                <a:solidFill>
                  <a:srgbClr val="FF0000"/>
                </a:solidFill>
              </a:rPr>
              <a:t>Example: </a:t>
            </a:r>
            <a:r>
              <a:rPr lang="en-US" sz="2000" dirty="0"/>
              <a:t>Like sending a box too large for the door, and when the receiver tries to pull it inside, the door breaks.</a:t>
            </a:r>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9204" y="4474626"/>
            <a:ext cx="8064510" cy="22964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1859156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1832D642-92A8-41F3-93F7-C59CB5A52BB4}"/>
              </a:ext>
            </a:extLst>
          </p:cNvPr>
          <p:cNvSpPr>
            <a:spLocks noGrp="1" noChangeArrowheads="1"/>
          </p:cNvSpPr>
          <p:nvPr>
            <p:ph type="title"/>
          </p:nvPr>
        </p:nvSpPr>
        <p:spPr>
          <a:xfrm>
            <a:off x="1251678" y="382385"/>
            <a:ext cx="10178322" cy="783942"/>
          </a:xfrm>
        </p:spPr>
        <p:txBody>
          <a:bodyPr>
            <a:normAutofit fontScale="90000"/>
          </a:bodyPr>
          <a:lstStyle/>
          <a:p>
            <a:pPr algn="ctr"/>
            <a:r>
              <a:rPr lang="en-US" altLang="en-US" dirty="0">
                <a:effectLst>
                  <a:outerShdw blurRad="38100" dist="38100" dir="2700000" algn="tl">
                    <a:srgbClr val="FFFFFF"/>
                  </a:outerShdw>
                </a:effectLst>
              </a:rPr>
              <a:t>Types or Levels of  </a:t>
            </a:r>
            <a:r>
              <a:rPr lang="en-US" altLang="en-US" dirty="0" err="1">
                <a:effectLst>
                  <a:outerShdw blurRad="38100" dist="38100" dir="2700000" algn="tl">
                    <a:srgbClr val="FFFFFF"/>
                  </a:outerShdw>
                </a:effectLst>
              </a:rPr>
              <a:t>DoS</a:t>
            </a:r>
            <a:r>
              <a:rPr lang="en-US" altLang="en-US" dirty="0">
                <a:effectLst>
                  <a:outerShdw blurRad="38100" dist="38100" dir="2700000" algn="tl">
                    <a:srgbClr val="FFFFFF"/>
                  </a:outerShdw>
                </a:effectLst>
              </a:rPr>
              <a:t> Attacks </a:t>
            </a:r>
          </a:p>
        </p:txBody>
      </p:sp>
      <p:sp>
        <p:nvSpPr>
          <p:cNvPr id="2" name="Rectangle 1"/>
          <p:cNvSpPr/>
          <p:nvPr/>
        </p:nvSpPr>
        <p:spPr>
          <a:xfrm>
            <a:off x="3141308" y="1004093"/>
            <a:ext cx="6096000" cy="461665"/>
          </a:xfrm>
          <a:prstGeom prst="rect">
            <a:avLst/>
          </a:prstGeom>
        </p:spPr>
        <p:txBody>
          <a:bodyPr>
            <a:spAutoFit/>
          </a:bodyPr>
          <a:lstStyle/>
          <a:p>
            <a:r>
              <a:rPr lang="en-US" sz="2400" b="1" dirty="0"/>
              <a:t>SYN Attack (TCP SYN flooding)</a:t>
            </a:r>
          </a:p>
        </p:txBody>
      </p:sp>
      <p:sp>
        <p:nvSpPr>
          <p:cNvPr id="3" name="Rectangle 2"/>
          <p:cNvSpPr/>
          <p:nvPr/>
        </p:nvSpPr>
        <p:spPr>
          <a:xfrm>
            <a:off x="873966" y="1359046"/>
            <a:ext cx="6338598" cy="5262979"/>
          </a:xfrm>
          <a:prstGeom prst="rect">
            <a:avLst/>
          </a:prstGeom>
        </p:spPr>
        <p:txBody>
          <a:bodyPr wrap="square">
            <a:spAutoFit/>
          </a:bodyPr>
          <a:lstStyle/>
          <a:p>
            <a:pPr marL="342900" indent="-342900">
              <a:buFont typeface="Arial" panose="020B0604020202020204" pitchFamily="34" charset="0"/>
              <a:buChar char="•"/>
            </a:pPr>
            <a:r>
              <a:rPr lang="en-US" sz="2000" dirty="0"/>
              <a:t>In normal communication, a 3-way handshake happens:</a:t>
            </a:r>
          </a:p>
          <a:p>
            <a:pPr marL="985838" lvl="1" indent="-285750">
              <a:buFont typeface="Wingdings" panose="05000000000000000000" pitchFamily="2" charset="2"/>
              <a:buChar char="Ø"/>
            </a:pPr>
            <a:r>
              <a:rPr lang="en-US" dirty="0"/>
              <a:t>Client → SYN</a:t>
            </a:r>
          </a:p>
          <a:p>
            <a:pPr marL="985838" lvl="1" indent="-285750">
              <a:buFont typeface="Wingdings" panose="05000000000000000000" pitchFamily="2" charset="2"/>
              <a:buChar char="Ø"/>
            </a:pPr>
            <a:r>
              <a:rPr lang="en-US" dirty="0"/>
              <a:t>Server → SYN-ACK</a:t>
            </a:r>
          </a:p>
          <a:p>
            <a:pPr marL="985838" lvl="1" indent="-285750">
              <a:buFont typeface="Wingdings" panose="05000000000000000000" pitchFamily="2" charset="2"/>
              <a:buChar char="Ø"/>
            </a:pPr>
            <a:r>
              <a:rPr lang="en-US" dirty="0"/>
              <a:t>Client → ACK</a:t>
            </a:r>
          </a:p>
          <a:p>
            <a:pPr marL="700088" lvl="1"/>
            <a:endParaRPr lang="en-US" dirty="0"/>
          </a:p>
          <a:p>
            <a:pPr marL="342900" indent="-342900">
              <a:buFont typeface="Arial" panose="020B0604020202020204" pitchFamily="34" charset="0"/>
              <a:buChar char="•"/>
            </a:pPr>
            <a:r>
              <a:rPr lang="en-US" sz="2000" dirty="0"/>
              <a:t>In this attack, the attacker sends many SYN requests but never sends the final ACK.</a:t>
            </a:r>
          </a:p>
          <a:p>
            <a:endParaRPr lang="en-US" sz="2000" dirty="0"/>
          </a:p>
          <a:p>
            <a:pPr marL="342900" indent="-342900">
              <a:buFont typeface="Arial" panose="020B0604020202020204" pitchFamily="34" charset="0"/>
              <a:buChar char="•"/>
            </a:pPr>
            <a:r>
              <a:rPr lang="en-US" sz="2000" dirty="0"/>
              <a:t>The server keeps waiting, using up memory and resources.</a:t>
            </a:r>
          </a:p>
          <a:p>
            <a:endParaRPr lang="en-US" sz="2000" dirty="0"/>
          </a:p>
          <a:p>
            <a:pPr marL="342900" indent="-342900">
              <a:buFont typeface="Arial" panose="020B0604020202020204" pitchFamily="34" charset="0"/>
              <a:buChar char="•"/>
            </a:pPr>
            <a:r>
              <a:rPr lang="en-US" sz="2000" dirty="0"/>
              <a:t>When resources run out, real users cannot connect.</a:t>
            </a:r>
          </a:p>
          <a:p>
            <a:pPr marL="342900" indent="-342900">
              <a:buFont typeface="Arial" panose="020B0604020202020204" pitchFamily="34" charset="0"/>
              <a:buChar char="•"/>
            </a:pPr>
            <a:endParaRPr lang="en-US" sz="2000" dirty="0"/>
          </a:p>
          <a:p>
            <a:r>
              <a:rPr lang="en-US" sz="2000" dirty="0">
                <a:solidFill>
                  <a:srgbClr val="FF0000"/>
                </a:solidFill>
              </a:rPr>
              <a:t>Example: </a:t>
            </a:r>
            <a:r>
              <a:rPr lang="en-US" sz="2000" dirty="0"/>
              <a:t>Many people knock on your door pretending they want to enter, but they never step inside. You keep waiting and get too busy to welcome real guests</a:t>
            </a:r>
          </a:p>
        </p:txBody>
      </p:sp>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38526" y="1539551"/>
            <a:ext cx="5085996" cy="40214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1859156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1832D642-92A8-41F3-93F7-C59CB5A52BB4}"/>
              </a:ext>
            </a:extLst>
          </p:cNvPr>
          <p:cNvSpPr>
            <a:spLocks noGrp="1" noChangeArrowheads="1"/>
          </p:cNvSpPr>
          <p:nvPr>
            <p:ph type="title"/>
          </p:nvPr>
        </p:nvSpPr>
        <p:spPr>
          <a:xfrm>
            <a:off x="1251678" y="382385"/>
            <a:ext cx="10178322" cy="783942"/>
          </a:xfrm>
        </p:spPr>
        <p:txBody>
          <a:bodyPr>
            <a:normAutofit fontScale="90000"/>
          </a:bodyPr>
          <a:lstStyle/>
          <a:p>
            <a:pPr algn="ctr"/>
            <a:r>
              <a:rPr lang="en-US" altLang="en-US" dirty="0">
                <a:effectLst>
                  <a:outerShdw blurRad="38100" dist="38100" dir="2700000" algn="tl">
                    <a:srgbClr val="FFFFFF"/>
                  </a:outerShdw>
                </a:effectLst>
              </a:rPr>
              <a:t>Types or Levels of  </a:t>
            </a:r>
            <a:r>
              <a:rPr lang="en-US" altLang="en-US" dirty="0" err="1">
                <a:effectLst>
                  <a:outerShdw blurRad="38100" dist="38100" dir="2700000" algn="tl">
                    <a:srgbClr val="FFFFFF"/>
                  </a:outerShdw>
                </a:effectLst>
              </a:rPr>
              <a:t>DoS</a:t>
            </a:r>
            <a:r>
              <a:rPr lang="en-US" altLang="en-US" dirty="0">
                <a:effectLst>
                  <a:outerShdw blurRad="38100" dist="38100" dir="2700000" algn="tl">
                    <a:srgbClr val="FFFFFF"/>
                  </a:outerShdw>
                </a:effectLst>
              </a:rPr>
              <a:t> Attacks </a:t>
            </a:r>
          </a:p>
        </p:txBody>
      </p:sp>
      <p:sp>
        <p:nvSpPr>
          <p:cNvPr id="2" name="Rectangle 1"/>
          <p:cNvSpPr/>
          <p:nvPr/>
        </p:nvSpPr>
        <p:spPr>
          <a:xfrm>
            <a:off x="3869095" y="968772"/>
            <a:ext cx="6096000" cy="461665"/>
          </a:xfrm>
          <a:prstGeom prst="rect">
            <a:avLst/>
          </a:prstGeom>
        </p:spPr>
        <p:txBody>
          <a:bodyPr>
            <a:spAutoFit/>
          </a:bodyPr>
          <a:lstStyle/>
          <a:p>
            <a:r>
              <a:rPr lang="en-US" sz="2400" b="1" dirty="0"/>
              <a:t>Teardrop Attack</a:t>
            </a:r>
          </a:p>
        </p:txBody>
      </p:sp>
      <p:sp>
        <p:nvSpPr>
          <p:cNvPr id="3" name="Rectangle 2"/>
          <p:cNvSpPr/>
          <p:nvPr/>
        </p:nvSpPr>
        <p:spPr>
          <a:xfrm>
            <a:off x="1632856" y="2358194"/>
            <a:ext cx="8705462" cy="3170099"/>
          </a:xfrm>
          <a:prstGeom prst="rect">
            <a:avLst/>
          </a:prstGeom>
        </p:spPr>
        <p:txBody>
          <a:bodyPr wrap="square">
            <a:spAutoFit/>
          </a:bodyPr>
          <a:lstStyle/>
          <a:p>
            <a:pPr marL="342900" indent="-342900" algn="just">
              <a:buFont typeface="Arial" panose="020B0604020202020204" pitchFamily="34" charset="0"/>
              <a:buChar char="•"/>
            </a:pPr>
            <a:r>
              <a:rPr lang="en-US" sz="2000" dirty="0"/>
              <a:t>Data sent over the internet is broken into small packets and then reassembled at the receiver’s side.</a:t>
            </a:r>
          </a:p>
          <a:p>
            <a:pPr algn="just"/>
            <a:endParaRPr lang="en-US" sz="2000" dirty="0"/>
          </a:p>
          <a:p>
            <a:pPr marL="342900" indent="-342900" algn="just">
              <a:buFont typeface="Arial" panose="020B0604020202020204" pitchFamily="34" charset="0"/>
              <a:buChar char="•"/>
            </a:pPr>
            <a:r>
              <a:rPr lang="en-US" sz="2000" dirty="0"/>
              <a:t>In this attack, the attacker sends packets with overlapping or confusing offsets.</a:t>
            </a:r>
          </a:p>
          <a:p>
            <a:pPr algn="just"/>
            <a:endParaRPr lang="en-US" sz="2000" dirty="0"/>
          </a:p>
          <a:p>
            <a:pPr marL="342900" indent="-342900" algn="just">
              <a:buFont typeface="Arial" panose="020B0604020202020204" pitchFamily="34" charset="0"/>
              <a:buChar char="•"/>
            </a:pPr>
            <a:r>
              <a:rPr lang="en-US" sz="2000" dirty="0"/>
              <a:t>When the victim tries to reassemble them, it gets confused and crashes.</a:t>
            </a:r>
          </a:p>
          <a:p>
            <a:pPr algn="just"/>
            <a:endParaRPr lang="en-US" sz="2000" dirty="0"/>
          </a:p>
          <a:p>
            <a:pPr algn="just"/>
            <a:r>
              <a:rPr lang="en-US" sz="2000" dirty="0">
                <a:solidFill>
                  <a:srgbClr val="FF0000"/>
                </a:solidFill>
              </a:rPr>
              <a:t>Example: </a:t>
            </a:r>
            <a:r>
              <a:rPr lang="en-US" sz="2000" dirty="0"/>
              <a:t>Imagine receiving a jigsaw puzzle where the pieces don’t fit together. You get frustrated and give up.</a:t>
            </a:r>
          </a:p>
        </p:txBody>
      </p:sp>
    </p:spTree>
    <p:extLst>
      <p:ext uri="{BB962C8B-B14F-4D97-AF65-F5344CB8AC3E}">
        <p14:creationId xmlns:p14="http://schemas.microsoft.com/office/powerpoint/2010/main" val="155570486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1832D642-92A8-41F3-93F7-C59CB5A52BB4}"/>
              </a:ext>
            </a:extLst>
          </p:cNvPr>
          <p:cNvSpPr>
            <a:spLocks noGrp="1" noChangeArrowheads="1"/>
          </p:cNvSpPr>
          <p:nvPr>
            <p:ph type="title"/>
          </p:nvPr>
        </p:nvSpPr>
        <p:spPr>
          <a:xfrm>
            <a:off x="1251678" y="382385"/>
            <a:ext cx="10178322" cy="783942"/>
          </a:xfrm>
        </p:spPr>
        <p:txBody>
          <a:bodyPr>
            <a:normAutofit fontScale="90000"/>
          </a:bodyPr>
          <a:lstStyle/>
          <a:p>
            <a:pPr algn="ctr"/>
            <a:r>
              <a:rPr lang="en-US" altLang="en-US" dirty="0">
                <a:effectLst>
                  <a:outerShdw blurRad="38100" dist="38100" dir="2700000" algn="tl">
                    <a:srgbClr val="FFFFFF"/>
                  </a:outerShdw>
                </a:effectLst>
              </a:rPr>
              <a:t>Types or Levels of  </a:t>
            </a:r>
            <a:r>
              <a:rPr lang="en-US" altLang="en-US" dirty="0" err="1">
                <a:effectLst>
                  <a:outerShdw blurRad="38100" dist="38100" dir="2700000" algn="tl">
                    <a:srgbClr val="FFFFFF"/>
                  </a:outerShdw>
                </a:effectLst>
              </a:rPr>
              <a:t>DoS</a:t>
            </a:r>
            <a:r>
              <a:rPr lang="en-US" altLang="en-US" dirty="0">
                <a:effectLst>
                  <a:outerShdw blurRad="38100" dist="38100" dir="2700000" algn="tl">
                    <a:srgbClr val="FFFFFF"/>
                  </a:outerShdw>
                </a:effectLst>
              </a:rPr>
              <a:t> Attacks </a:t>
            </a:r>
          </a:p>
        </p:txBody>
      </p:sp>
      <p:sp>
        <p:nvSpPr>
          <p:cNvPr id="2" name="Rectangle 1"/>
          <p:cNvSpPr/>
          <p:nvPr/>
        </p:nvSpPr>
        <p:spPr>
          <a:xfrm>
            <a:off x="3869095" y="968772"/>
            <a:ext cx="6096000" cy="461665"/>
          </a:xfrm>
          <a:prstGeom prst="rect">
            <a:avLst/>
          </a:prstGeom>
        </p:spPr>
        <p:txBody>
          <a:bodyPr>
            <a:spAutoFit/>
          </a:bodyPr>
          <a:lstStyle/>
          <a:p>
            <a:r>
              <a:rPr lang="en-US" sz="2400" b="1" dirty="0"/>
              <a:t>Teardrop Attack: Example</a:t>
            </a:r>
          </a:p>
        </p:txBody>
      </p:sp>
      <p:sp>
        <p:nvSpPr>
          <p:cNvPr id="4" name="Rectangle 1"/>
          <p:cNvSpPr>
            <a:spLocks noChangeArrowheads="1"/>
          </p:cNvSpPr>
          <p:nvPr/>
        </p:nvSpPr>
        <p:spPr bwMode="auto">
          <a:xfrm>
            <a:off x="1558212" y="3809869"/>
            <a:ext cx="9591869"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tabLst/>
            </a:pPr>
            <a:r>
              <a:rPr kumimoji="0" lang="en-US" altLang="en-US" sz="1800" b="1" i="0" u="none" strike="noStrike" cap="none" normalizeH="0" baseline="0" dirty="0">
                <a:ln>
                  <a:noFill/>
                </a:ln>
                <a:solidFill>
                  <a:srgbClr val="FF0000"/>
                </a:solidFill>
                <a:effectLst/>
                <a:latin typeface="Arial" charset="0"/>
                <a:cs typeface="Arial" charset="0"/>
              </a:rPr>
              <a:t>Packet #1</a:t>
            </a:r>
            <a:endParaRPr kumimoji="0" lang="en-US" altLang="en-US" sz="1800" b="0" i="0" u="none" strike="noStrike" cap="none" normalizeH="0" baseline="0" dirty="0">
              <a:ln>
                <a:noFill/>
              </a:ln>
              <a:solidFill>
                <a:srgbClr val="FF0000"/>
              </a:solidFill>
              <a:effectLst/>
              <a:latin typeface="Arial" charset="0"/>
              <a:cs typeface="Arial"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charset="0"/>
                <a:cs typeface="Arial" charset="0"/>
              </a:rPr>
              <a:t>Length = 820 bytes</a:t>
            </a:r>
            <a:r>
              <a:rPr kumimoji="0" lang="en-US" altLang="en-US" sz="1800" b="0" i="0" u="none" strike="noStrike" cap="none" normalizeH="0" baseline="0" dirty="0">
                <a:ln>
                  <a:noFill/>
                </a:ln>
                <a:solidFill>
                  <a:schemeClr val="tx1"/>
                </a:solidFill>
                <a:effectLst/>
                <a:latin typeface="Arial" charset="0"/>
                <a:cs typeface="Arial" charset="0"/>
              </a:rPr>
              <a:t> (size of this fragment).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charset="0"/>
                <a:cs typeface="Arial" charset="0"/>
              </a:rPr>
              <a:t>Fragment offset = 0</a:t>
            </a:r>
            <a:r>
              <a:rPr kumimoji="0" lang="en-US" altLang="en-US" sz="1800" b="0" i="0" u="none" strike="noStrike" cap="none" normalizeH="0" baseline="0" dirty="0">
                <a:ln>
                  <a:noFill/>
                </a:ln>
                <a:solidFill>
                  <a:schemeClr val="tx1"/>
                </a:solidFill>
                <a:effectLst/>
                <a:latin typeface="Arial" charset="0"/>
                <a:cs typeface="Arial" charset="0"/>
              </a:rPr>
              <a:t> → This is the </a:t>
            </a:r>
            <a:r>
              <a:rPr kumimoji="0" lang="en-US" altLang="en-US" sz="1800" b="1" i="0" u="none" strike="noStrike" cap="none" normalizeH="0" baseline="0" dirty="0">
                <a:ln>
                  <a:noFill/>
                </a:ln>
                <a:solidFill>
                  <a:schemeClr val="tx1"/>
                </a:solidFill>
                <a:effectLst/>
                <a:latin typeface="Arial" charset="0"/>
                <a:cs typeface="Arial" charset="0"/>
              </a:rPr>
              <a:t>first piece</a:t>
            </a:r>
            <a:r>
              <a:rPr kumimoji="0" lang="en-US" altLang="en-US" sz="1800" b="0" i="0" u="none" strike="noStrike" cap="none" normalizeH="0" baseline="0" dirty="0">
                <a:ln>
                  <a:noFill/>
                </a:ln>
                <a:solidFill>
                  <a:schemeClr val="tx1"/>
                </a:solidFill>
                <a:effectLst/>
                <a:latin typeface="Arial" charset="0"/>
                <a:cs typeface="Arial" charset="0"/>
              </a:rPr>
              <a:t> (starts at the beginning).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charset="0"/>
                <a:cs typeface="Arial" charset="0"/>
              </a:rPr>
              <a:t>More fragments = 1</a:t>
            </a:r>
            <a:r>
              <a:rPr kumimoji="0" lang="en-US" altLang="en-US" sz="1800" b="0" i="0" u="none" strike="noStrike" cap="none" normalizeH="0" baseline="0" dirty="0">
                <a:ln>
                  <a:noFill/>
                </a:ln>
                <a:solidFill>
                  <a:schemeClr val="tx1"/>
                </a:solidFill>
                <a:effectLst/>
                <a:latin typeface="Arial" charset="0"/>
                <a:cs typeface="Arial" charset="0"/>
              </a:rPr>
              <a:t> → Tells the receiver: “Yes, more pieces are coming.”</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1" i="0" u="none" strike="noStrike" cap="none" normalizeH="0" baseline="0" dirty="0">
              <a:ln>
                <a:noFill/>
              </a:ln>
              <a:solidFill>
                <a:srgbClr val="00B050"/>
              </a:solidFill>
              <a:effectLst/>
              <a:latin typeface="Arial" charset="0"/>
              <a:cs typeface="Arial"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rgbClr val="00B050"/>
                </a:solidFill>
                <a:effectLst/>
                <a:latin typeface="Arial" charset="0"/>
                <a:cs typeface="Arial" charset="0"/>
              </a:rPr>
              <a:t>Packet #2</a:t>
            </a:r>
            <a:endParaRPr kumimoji="0" lang="en-US" altLang="en-US" sz="1800" b="0" i="0" u="none" strike="noStrike" cap="none" normalizeH="0" baseline="0" dirty="0">
              <a:ln>
                <a:noFill/>
              </a:ln>
              <a:solidFill>
                <a:srgbClr val="00B050"/>
              </a:solidFill>
              <a:effectLst/>
              <a:latin typeface="Arial" charset="0"/>
              <a:cs typeface="Arial"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charset="0"/>
                <a:cs typeface="Arial" charset="0"/>
              </a:rPr>
              <a:t>Length = 820 bytes</a:t>
            </a:r>
            <a:r>
              <a:rPr kumimoji="0" lang="en-US" altLang="en-US" sz="1800" b="0" i="0" u="none" strike="noStrike" cap="none" normalizeH="0" baseline="0" dirty="0">
                <a:ln>
                  <a:noFill/>
                </a:ln>
                <a:solidFill>
                  <a:schemeClr val="tx1"/>
                </a:solidFill>
                <a:effectLst/>
                <a:latin typeface="Arial" charset="0"/>
                <a:cs typeface="Arial" charset="0"/>
              </a:rPr>
              <a:t> (size of this fragment).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charset="0"/>
                <a:cs typeface="Arial" charset="0"/>
              </a:rPr>
              <a:t>Fragment offset = 800</a:t>
            </a:r>
            <a:r>
              <a:rPr kumimoji="0" lang="en-US" altLang="en-US" sz="1800" b="0" i="0" u="none" strike="noStrike" cap="none" normalizeH="0" baseline="0" dirty="0">
                <a:ln>
                  <a:noFill/>
                </a:ln>
                <a:solidFill>
                  <a:schemeClr val="tx1"/>
                </a:solidFill>
                <a:effectLst/>
                <a:latin typeface="Arial" charset="0"/>
                <a:cs typeface="Arial" charset="0"/>
              </a:rPr>
              <a:t> → This fragment should be placed </a:t>
            </a:r>
            <a:r>
              <a:rPr kumimoji="0" lang="en-US" altLang="en-US" sz="1800" b="1" i="0" u="none" strike="noStrike" cap="none" normalizeH="0" baseline="0" dirty="0">
                <a:ln>
                  <a:noFill/>
                </a:ln>
                <a:solidFill>
                  <a:schemeClr val="tx1"/>
                </a:solidFill>
                <a:effectLst/>
                <a:latin typeface="Arial" charset="0"/>
                <a:cs typeface="Arial" charset="0"/>
              </a:rPr>
              <a:t>after 800 bytes</a:t>
            </a:r>
            <a:r>
              <a:rPr kumimoji="0" lang="en-US" altLang="en-US" sz="1800" b="0" i="0" u="none" strike="noStrike" cap="none" normalizeH="0" baseline="0" dirty="0">
                <a:ln>
                  <a:noFill/>
                </a:ln>
                <a:solidFill>
                  <a:schemeClr val="tx1"/>
                </a:solidFill>
                <a:effectLst/>
                <a:latin typeface="Arial" charset="0"/>
                <a:cs typeface="Arial" charset="0"/>
              </a:rPr>
              <a:t> of the original message.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charset="0"/>
                <a:cs typeface="Arial" charset="0"/>
              </a:rPr>
              <a:t>More fragments = 0</a:t>
            </a:r>
            <a:r>
              <a:rPr kumimoji="0" lang="en-US" altLang="en-US" sz="1800" b="0" i="0" u="none" strike="noStrike" cap="none" normalizeH="0" baseline="0" dirty="0">
                <a:ln>
                  <a:noFill/>
                </a:ln>
                <a:solidFill>
                  <a:schemeClr val="tx1"/>
                </a:solidFill>
                <a:effectLst/>
                <a:latin typeface="Arial" charset="0"/>
                <a:cs typeface="Arial" charset="0"/>
              </a:rPr>
              <a:t> → Tells the receiver: “This is the last piece.”</a:t>
            </a:r>
          </a:p>
          <a:p>
            <a:pPr marL="0" marR="0" lvl="0" indent="0" algn="l" defTabSz="914400" rtl="0" eaLnBrk="0" fontAlgn="base" latinLnBrk="0" hangingPunct="0">
              <a:lnSpc>
                <a:spcPct val="100000"/>
              </a:lnSpc>
              <a:spcBef>
                <a:spcPct val="0"/>
              </a:spcBef>
              <a:spcAft>
                <a:spcPct val="0"/>
              </a:spcAft>
              <a:buClrTx/>
              <a:buSzTx/>
              <a:buFontTx/>
              <a:buNone/>
              <a:tabLst>
                <a:tab pos="1968500" algn="l"/>
              </a:tabLst>
            </a:pPr>
            <a:endParaRPr kumimoji="0" lang="en-US" altLang="en-US" sz="1800" b="0" i="0" u="none" strike="noStrike" cap="none" normalizeH="0" baseline="0" dirty="0">
              <a:ln>
                <a:noFill/>
              </a:ln>
              <a:solidFill>
                <a:schemeClr val="tx1"/>
              </a:solidFill>
              <a:effectLst/>
              <a:latin typeface="Arial" charset="0"/>
              <a:cs typeface="Arial" charset="0"/>
            </a:endParaRPr>
          </a:p>
        </p:txBody>
      </p:sp>
      <p:pic>
        <p:nvPicPr>
          <p:cNvPr id="6147" name="Picture 3" descr="The Teardrop attack | Download Scientific Diagra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69094" y="1502228"/>
            <a:ext cx="4042663" cy="25472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7545252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1832D642-92A8-41F3-93F7-C59CB5A52BB4}"/>
              </a:ext>
            </a:extLst>
          </p:cNvPr>
          <p:cNvSpPr>
            <a:spLocks noGrp="1" noChangeArrowheads="1"/>
          </p:cNvSpPr>
          <p:nvPr>
            <p:ph type="title"/>
          </p:nvPr>
        </p:nvSpPr>
        <p:spPr>
          <a:xfrm>
            <a:off x="1251678" y="382385"/>
            <a:ext cx="10178322" cy="783942"/>
          </a:xfrm>
        </p:spPr>
        <p:txBody>
          <a:bodyPr>
            <a:normAutofit fontScale="90000"/>
          </a:bodyPr>
          <a:lstStyle/>
          <a:p>
            <a:pPr algn="ctr"/>
            <a:r>
              <a:rPr lang="en-US" altLang="en-US" dirty="0">
                <a:effectLst>
                  <a:outerShdw blurRad="38100" dist="38100" dir="2700000" algn="tl">
                    <a:srgbClr val="FFFFFF"/>
                  </a:outerShdw>
                </a:effectLst>
              </a:rPr>
              <a:t>Types or Levels of  </a:t>
            </a:r>
            <a:r>
              <a:rPr lang="en-US" altLang="en-US" dirty="0" err="1">
                <a:effectLst>
                  <a:outerShdw blurRad="38100" dist="38100" dir="2700000" algn="tl">
                    <a:srgbClr val="FFFFFF"/>
                  </a:outerShdw>
                </a:effectLst>
              </a:rPr>
              <a:t>DoS</a:t>
            </a:r>
            <a:r>
              <a:rPr lang="en-US" altLang="en-US" dirty="0">
                <a:effectLst>
                  <a:outerShdw blurRad="38100" dist="38100" dir="2700000" algn="tl">
                    <a:srgbClr val="FFFFFF"/>
                  </a:outerShdw>
                </a:effectLst>
              </a:rPr>
              <a:t> Attacks </a:t>
            </a:r>
          </a:p>
        </p:txBody>
      </p:sp>
      <p:sp>
        <p:nvSpPr>
          <p:cNvPr id="2" name="Rectangle 1"/>
          <p:cNvSpPr/>
          <p:nvPr/>
        </p:nvSpPr>
        <p:spPr>
          <a:xfrm>
            <a:off x="4074369" y="1118061"/>
            <a:ext cx="6096000" cy="461665"/>
          </a:xfrm>
          <a:prstGeom prst="rect">
            <a:avLst/>
          </a:prstGeom>
        </p:spPr>
        <p:txBody>
          <a:bodyPr>
            <a:spAutoFit/>
          </a:bodyPr>
          <a:lstStyle/>
          <a:p>
            <a:r>
              <a:rPr lang="en-US" sz="2400" b="1" dirty="0"/>
              <a:t>Smurf Attack</a:t>
            </a:r>
          </a:p>
        </p:txBody>
      </p:sp>
      <p:sp>
        <p:nvSpPr>
          <p:cNvPr id="3" name="Rectangle 2"/>
          <p:cNvSpPr/>
          <p:nvPr/>
        </p:nvSpPr>
        <p:spPr>
          <a:xfrm>
            <a:off x="2058954" y="2213988"/>
            <a:ext cx="8186058" cy="2862322"/>
          </a:xfrm>
          <a:prstGeom prst="rect">
            <a:avLst/>
          </a:prstGeom>
        </p:spPr>
        <p:txBody>
          <a:bodyPr wrap="square">
            <a:spAutoFit/>
          </a:bodyPr>
          <a:lstStyle/>
          <a:p>
            <a:pPr marL="342900" indent="-342900" algn="just">
              <a:buFont typeface="Arial" panose="020B0604020202020204" pitchFamily="34" charset="0"/>
              <a:buChar char="•"/>
            </a:pPr>
            <a:r>
              <a:rPr lang="en-US" sz="2000" dirty="0"/>
              <a:t>The attacker sends a ping request to a large number of computers on a network, but uses the victim’s IP address as the sender.</a:t>
            </a:r>
          </a:p>
          <a:p>
            <a:pPr algn="just"/>
            <a:endParaRPr lang="en-US" sz="2000" dirty="0"/>
          </a:p>
          <a:p>
            <a:pPr marL="342900" indent="-342900" algn="just">
              <a:buFont typeface="Arial" panose="020B0604020202020204" pitchFamily="34" charset="0"/>
              <a:buChar char="•"/>
            </a:pPr>
            <a:r>
              <a:rPr lang="en-US" sz="2000" dirty="0"/>
              <a:t>All those computers reply to the victim at once.</a:t>
            </a:r>
          </a:p>
          <a:p>
            <a:pPr algn="just"/>
            <a:endParaRPr lang="en-US" sz="2000" dirty="0"/>
          </a:p>
          <a:p>
            <a:pPr marL="342900" indent="-342900" algn="just">
              <a:buFont typeface="Arial" panose="020B0604020202020204" pitchFamily="34" charset="0"/>
              <a:buChar char="•"/>
            </a:pPr>
            <a:r>
              <a:rPr lang="en-US" sz="2000" dirty="0"/>
              <a:t>The victim is flooded with replies and becomes overloaded.</a:t>
            </a:r>
          </a:p>
          <a:p>
            <a:pPr algn="just"/>
            <a:endParaRPr lang="en-US" sz="2000" dirty="0"/>
          </a:p>
          <a:p>
            <a:pPr algn="just"/>
            <a:r>
              <a:rPr lang="en-US" sz="2000" dirty="0">
                <a:solidFill>
                  <a:srgbClr val="FF0000"/>
                </a:solidFill>
              </a:rPr>
              <a:t>Example: </a:t>
            </a:r>
            <a:r>
              <a:rPr lang="en-US" sz="2000" dirty="0"/>
              <a:t>Telling a whole crowd that your friend is giving out free food at his house, so everyone runs there at once, overwhelming him.</a:t>
            </a:r>
          </a:p>
        </p:txBody>
      </p:sp>
    </p:spTree>
    <p:extLst>
      <p:ext uri="{BB962C8B-B14F-4D97-AF65-F5344CB8AC3E}">
        <p14:creationId xmlns:p14="http://schemas.microsoft.com/office/powerpoint/2010/main" val="71859156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1832D642-92A8-41F3-93F7-C59CB5A52BB4}"/>
              </a:ext>
            </a:extLst>
          </p:cNvPr>
          <p:cNvSpPr>
            <a:spLocks noGrp="1" noChangeArrowheads="1"/>
          </p:cNvSpPr>
          <p:nvPr>
            <p:ph type="title"/>
          </p:nvPr>
        </p:nvSpPr>
        <p:spPr>
          <a:xfrm>
            <a:off x="1251678" y="382385"/>
            <a:ext cx="10178322" cy="783942"/>
          </a:xfrm>
        </p:spPr>
        <p:txBody>
          <a:bodyPr>
            <a:normAutofit fontScale="90000"/>
          </a:bodyPr>
          <a:lstStyle/>
          <a:p>
            <a:pPr algn="ctr"/>
            <a:r>
              <a:rPr lang="en-US" altLang="en-US" dirty="0">
                <a:effectLst>
                  <a:outerShdw blurRad="38100" dist="38100" dir="2700000" algn="tl">
                    <a:srgbClr val="FFFFFF"/>
                  </a:outerShdw>
                </a:effectLst>
              </a:rPr>
              <a:t>Types or Levels of  </a:t>
            </a:r>
            <a:r>
              <a:rPr lang="en-US" altLang="en-US" dirty="0" err="1">
                <a:effectLst>
                  <a:outerShdw blurRad="38100" dist="38100" dir="2700000" algn="tl">
                    <a:srgbClr val="FFFFFF"/>
                  </a:outerShdw>
                </a:effectLst>
              </a:rPr>
              <a:t>DoS</a:t>
            </a:r>
            <a:r>
              <a:rPr lang="en-US" altLang="en-US" dirty="0">
                <a:effectLst>
                  <a:outerShdw blurRad="38100" dist="38100" dir="2700000" algn="tl">
                    <a:srgbClr val="FFFFFF"/>
                  </a:outerShdw>
                </a:effectLst>
              </a:rPr>
              <a:t> Attacks </a:t>
            </a:r>
          </a:p>
        </p:txBody>
      </p:sp>
      <p:sp>
        <p:nvSpPr>
          <p:cNvPr id="2" name="Rectangle 1"/>
          <p:cNvSpPr/>
          <p:nvPr/>
        </p:nvSpPr>
        <p:spPr>
          <a:xfrm>
            <a:off x="4074369" y="1118061"/>
            <a:ext cx="6096000" cy="461665"/>
          </a:xfrm>
          <a:prstGeom prst="rect">
            <a:avLst/>
          </a:prstGeom>
        </p:spPr>
        <p:txBody>
          <a:bodyPr>
            <a:spAutoFit/>
          </a:bodyPr>
          <a:lstStyle/>
          <a:p>
            <a:r>
              <a:rPr lang="en-US" sz="2400" b="1" dirty="0"/>
              <a:t>Smurf Attack: Example</a:t>
            </a:r>
          </a:p>
        </p:txBody>
      </p:sp>
      <p:pic>
        <p:nvPicPr>
          <p:cNvPr id="717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7998" y="2396355"/>
            <a:ext cx="4711960" cy="24632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a:spLocks noChangeArrowheads="1"/>
          </p:cNvSpPr>
          <p:nvPr/>
        </p:nvSpPr>
        <p:spPr bwMode="auto">
          <a:xfrm rot="10800000" flipV="1">
            <a:off x="802428" y="1571907"/>
            <a:ext cx="6055570" cy="4801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charset="0"/>
                <a:cs typeface="Arial" charset="0"/>
              </a:rPr>
              <a:t>Attacker (the hacker)</a:t>
            </a:r>
            <a:endParaRPr kumimoji="0" lang="en-US" altLang="en-US" sz="1800" b="0" i="0" u="none" strike="noStrike" cap="none" normalizeH="0" baseline="0" dirty="0">
              <a:ln>
                <a:noFill/>
              </a:ln>
              <a:solidFill>
                <a:schemeClr val="tx1"/>
              </a:solidFill>
              <a:effectLst/>
              <a:latin typeface="Arial" charset="0"/>
              <a:cs typeface="Arial"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charset="0"/>
                <a:cs typeface="Arial" charset="0"/>
              </a:rPr>
              <a:t>Sends fake </a:t>
            </a:r>
            <a:r>
              <a:rPr kumimoji="0" lang="en-US" altLang="en-US" sz="1800" b="1" i="0" u="none" strike="noStrike" cap="none" normalizeH="0" baseline="0" dirty="0">
                <a:ln>
                  <a:noFill/>
                </a:ln>
                <a:solidFill>
                  <a:schemeClr val="tx1"/>
                </a:solidFill>
                <a:effectLst/>
                <a:latin typeface="Arial" charset="0"/>
                <a:cs typeface="Arial" charset="0"/>
              </a:rPr>
              <a:t>ICMP packets</a:t>
            </a:r>
            <a:r>
              <a:rPr kumimoji="0" lang="en-US" altLang="en-US" sz="1800" b="0" i="0" u="none" strike="noStrike" cap="none" normalizeH="0" baseline="0" dirty="0">
                <a:ln>
                  <a:noFill/>
                </a:ln>
                <a:solidFill>
                  <a:schemeClr val="tx1"/>
                </a:solidFill>
                <a:effectLst/>
                <a:latin typeface="Arial" charset="0"/>
                <a:cs typeface="Arial" charset="0"/>
              </a:rPr>
              <a:t> (like ping requests).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charset="0"/>
                <a:cs typeface="Arial" charset="0"/>
              </a:rPr>
              <a:t>These packets are made to look as if they came from the </a:t>
            </a:r>
            <a:r>
              <a:rPr kumimoji="0" lang="en-US" altLang="en-US" sz="1800" b="1" i="0" u="none" strike="noStrike" cap="none" normalizeH="0" baseline="0" dirty="0">
                <a:ln>
                  <a:noFill/>
                </a:ln>
                <a:solidFill>
                  <a:schemeClr val="tx1"/>
                </a:solidFill>
                <a:effectLst/>
                <a:latin typeface="Arial" charset="0"/>
                <a:cs typeface="Arial" charset="0"/>
              </a:rPr>
              <a:t>Target’s IP address</a:t>
            </a:r>
            <a:r>
              <a:rPr kumimoji="0" lang="en-US" altLang="en-US" sz="1800" b="0" i="0" u="none" strike="noStrike" cap="none" normalizeH="0" baseline="0" dirty="0">
                <a:ln>
                  <a:noFill/>
                </a:ln>
                <a:solidFill>
                  <a:schemeClr val="tx1"/>
                </a:solidFill>
                <a:effectLst/>
                <a:latin typeface="Arial" charset="0"/>
                <a:cs typeface="Arial" charset="0"/>
              </a:rPr>
              <a:t> (this is called </a:t>
            </a:r>
            <a:r>
              <a:rPr kumimoji="0" lang="en-US" altLang="en-US" sz="1800" b="1" i="0" u="none" strike="noStrike" cap="none" normalizeH="0" baseline="0" dirty="0">
                <a:ln>
                  <a:noFill/>
                </a:ln>
                <a:solidFill>
                  <a:schemeClr val="tx1"/>
                </a:solidFill>
                <a:effectLst/>
                <a:latin typeface="Arial" charset="0"/>
                <a:cs typeface="Arial" charset="0"/>
              </a:rPr>
              <a:t>IP spoofing</a:t>
            </a:r>
            <a:r>
              <a:rPr kumimoji="0" lang="en-US" altLang="en-US" sz="1800" b="0" i="0" u="none" strike="noStrike" cap="none" normalizeH="0" baseline="0" dirty="0">
                <a:ln>
                  <a:noFill/>
                </a:ln>
                <a:solidFill>
                  <a:schemeClr val="tx1"/>
                </a:solidFill>
                <a:effectLst/>
                <a:latin typeface="Arial" charset="0"/>
                <a:cs typeface="Arial" charset="0"/>
              </a:rPr>
              <a:t>).</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charset="0"/>
              <a:cs typeface="Arial"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charset="0"/>
                <a:cs typeface="Arial" charset="0"/>
              </a:rPr>
              <a:t>Middle computers (network of devices)</a:t>
            </a:r>
            <a:endParaRPr kumimoji="0" lang="en-US" altLang="en-US" sz="1800" b="0" i="0" u="none" strike="noStrike" cap="none" normalizeH="0" baseline="0" dirty="0">
              <a:ln>
                <a:noFill/>
              </a:ln>
              <a:solidFill>
                <a:schemeClr val="tx1"/>
              </a:solidFill>
              <a:effectLst/>
              <a:latin typeface="Arial" charset="0"/>
              <a:cs typeface="Arial"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charset="0"/>
                <a:cs typeface="Arial" charset="0"/>
              </a:rPr>
              <a:t>These devices receive the ping request.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charset="0"/>
                <a:cs typeface="Arial" charset="0"/>
              </a:rPr>
              <a:t>Since it looks like the request came from the </a:t>
            </a:r>
            <a:r>
              <a:rPr kumimoji="0" lang="en-US" altLang="en-US" sz="1800" b="1" i="0" u="none" strike="noStrike" cap="none" normalizeH="0" baseline="0" dirty="0">
                <a:ln>
                  <a:noFill/>
                </a:ln>
                <a:solidFill>
                  <a:schemeClr val="tx1"/>
                </a:solidFill>
                <a:effectLst/>
                <a:latin typeface="Arial" charset="0"/>
                <a:cs typeface="Arial" charset="0"/>
              </a:rPr>
              <a:t>Target</a:t>
            </a:r>
            <a:r>
              <a:rPr kumimoji="0" lang="en-US" altLang="en-US" sz="1800" b="0" i="0" u="none" strike="noStrike" cap="none" normalizeH="0" baseline="0" dirty="0">
                <a:ln>
                  <a:noFill/>
                </a:ln>
                <a:solidFill>
                  <a:schemeClr val="tx1"/>
                </a:solidFill>
                <a:effectLst/>
                <a:latin typeface="Arial" charset="0"/>
                <a:cs typeface="Arial" charset="0"/>
              </a:rPr>
              <a:t>, they all send back replies (ICMP responses) to the Target.</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charset="0"/>
              <a:cs typeface="Arial"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charset="0"/>
                <a:cs typeface="Arial" charset="0"/>
              </a:rPr>
              <a:t>Target (victim computer)</a:t>
            </a:r>
            <a:endParaRPr kumimoji="0" lang="en-US" altLang="en-US" sz="1800" b="0" i="0" u="none" strike="noStrike" cap="none" normalizeH="0" baseline="0" dirty="0">
              <a:ln>
                <a:noFill/>
              </a:ln>
              <a:solidFill>
                <a:schemeClr val="tx1"/>
              </a:solidFill>
              <a:effectLst/>
              <a:latin typeface="Arial" charset="0"/>
              <a:cs typeface="Arial"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charset="0"/>
                <a:cs typeface="Arial" charset="0"/>
              </a:rPr>
              <a:t>Suddenly receives </a:t>
            </a:r>
            <a:r>
              <a:rPr kumimoji="0" lang="en-US" altLang="en-US" sz="1800" b="1" i="0" u="none" strike="noStrike" cap="none" normalizeH="0" baseline="0" dirty="0">
                <a:ln>
                  <a:noFill/>
                </a:ln>
                <a:solidFill>
                  <a:schemeClr val="tx1"/>
                </a:solidFill>
                <a:effectLst/>
                <a:latin typeface="Arial" charset="0"/>
                <a:cs typeface="Arial" charset="0"/>
              </a:rPr>
              <a:t>a flood of ICMP responses</a:t>
            </a:r>
            <a:r>
              <a:rPr kumimoji="0" lang="en-US" altLang="en-US" sz="1800" b="0" i="0" u="none" strike="noStrike" cap="none" normalizeH="0" baseline="0" dirty="0">
                <a:ln>
                  <a:noFill/>
                </a:ln>
                <a:solidFill>
                  <a:schemeClr val="tx1"/>
                </a:solidFill>
                <a:effectLst/>
                <a:latin typeface="Arial" charset="0"/>
                <a:cs typeface="Arial" charset="0"/>
              </a:rPr>
              <a:t> from many devices at the same time.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charset="0"/>
                <a:cs typeface="Arial" charset="0"/>
              </a:rPr>
              <a:t>This overloads the target computer, making it </a:t>
            </a:r>
            <a:r>
              <a:rPr kumimoji="0" lang="en-US" altLang="en-US" sz="1800" b="1" i="0" u="none" strike="noStrike" cap="none" normalizeH="0" baseline="0" dirty="0">
                <a:ln>
                  <a:noFill/>
                </a:ln>
                <a:solidFill>
                  <a:schemeClr val="tx1"/>
                </a:solidFill>
                <a:effectLst/>
                <a:latin typeface="Arial" charset="0"/>
                <a:cs typeface="Arial" charset="0"/>
              </a:rPr>
              <a:t>slow, freeze, or crash</a:t>
            </a:r>
            <a:endParaRPr kumimoji="0" lang="en-US" altLang="en-US" sz="1800" b="0" i="0" u="none" strike="noStrike" cap="none" normalizeH="0" baseline="0" dirty="0">
              <a:ln>
                <a:noFill/>
              </a:ln>
              <a:solidFill>
                <a:schemeClr val="tx1"/>
              </a:solidFill>
              <a:effectLst/>
              <a:latin typeface="Arial" charset="0"/>
              <a:cs typeface="Arial"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charset="0"/>
              <a:cs typeface="Arial" charset="0"/>
            </a:endParaRPr>
          </a:p>
        </p:txBody>
      </p:sp>
    </p:spTree>
    <p:extLst>
      <p:ext uri="{BB962C8B-B14F-4D97-AF65-F5344CB8AC3E}">
        <p14:creationId xmlns:p14="http://schemas.microsoft.com/office/powerpoint/2010/main" val="295922676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1832D642-92A8-41F3-93F7-C59CB5A52BB4}"/>
              </a:ext>
            </a:extLst>
          </p:cNvPr>
          <p:cNvSpPr>
            <a:spLocks noGrp="1" noChangeArrowheads="1"/>
          </p:cNvSpPr>
          <p:nvPr>
            <p:ph type="title"/>
          </p:nvPr>
        </p:nvSpPr>
        <p:spPr>
          <a:xfrm>
            <a:off x="1251678" y="382385"/>
            <a:ext cx="10178322" cy="783942"/>
          </a:xfrm>
        </p:spPr>
        <p:txBody>
          <a:bodyPr>
            <a:normAutofit fontScale="90000"/>
          </a:bodyPr>
          <a:lstStyle/>
          <a:p>
            <a:pPr algn="ctr"/>
            <a:r>
              <a:rPr lang="en-US" altLang="en-US" dirty="0">
                <a:effectLst>
                  <a:outerShdw blurRad="38100" dist="38100" dir="2700000" algn="tl">
                    <a:srgbClr val="FFFFFF"/>
                  </a:outerShdw>
                </a:effectLst>
              </a:rPr>
              <a:t>Types or Levels of  </a:t>
            </a:r>
            <a:r>
              <a:rPr lang="en-US" altLang="en-US" dirty="0" err="1">
                <a:effectLst>
                  <a:outerShdw blurRad="38100" dist="38100" dir="2700000" algn="tl">
                    <a:srgbClr val="FFFFFF"/>
                  </a:outerShdw>
                </a:effectLst>
              </a:rPr>
              <a:t>DoS</a:t>
            </a:r>
            <a:r>
              <a:rPr lang="en-US" altLang="en-US" dirty="0">
                <a:effectLst>
                  <a:outerShdw blurRad="38100" dist="38100" dir="2700000" algn="tl">
                    <a:srgbClr val="FFFFFF"/>
                  </a:outerShdw>
                </a:effectLst>
              </a:rPr>
              <a:t> Attacks </a:t>
            </a:r>
          </a:p>
        </p:txBody>
      </p:sp>
      <p:sp>
        <p:nvSpPr>
          <p:cNvPr id="2" name="Rectangle 1"/>
          <p:cNvSpPr/>
          <p:nvPr/>
        </p:nvSpPr>
        <p:spPr>
          <a:xfrm>
            <a:off x="4624876" y="1121316"/>
            <a:ext cx="6096000" cy="461665"/>
          </a:xfrm>
          <a:prstGeom prst="rect">
            <a:avLst/>
          </a:prstGeom>
        </p:spPr>
        <p:txBody>
          <a:bodyPr>
            <a:spAutoFit/>
          </a:bodyPr>
          <a:lstStyle/>
          <a:p>
            <a:r>
              <a:rPr lang="en-US" sz="2400" b="1" dirty="0"/>
              <a:t>Nuke Attack</a:t>
            </a:r>
          </a:p>
        </p:txBody>
      </p:sp>
      <p:sp>
        <p:nvSpPr>
          <p:cNvPr id="3" name="Rectangle 2"/>
          <p:cNvSpPr/>
          <p:nvPr/>
        </p:nvSpPr>
        <p:spPr>
          <a:xfrm>
            <a:off x="1040363" y="2003278"/>
            <a:ext cx="4735285" cy="3477875"/>
          </a:xfrm>
          <a:prstGeom prst="rect">
            <a:avLst/>
          </a:prstGeom>
        </p:spPr>
        <p:txBody>
          <a:bodyPr wrap="square">
            <a:spAutoFit/>
          </a:bodyPr>
          <a:lstStyle/>
          <a:p>
            <a:pPr marL="342900" indent="-342900" algn="just">
              <a:buFont typeface="Arial" panose="020B0604020202020204" pitchFamily="34" charset="0"/>
              <a:buChar char="•"/>
            </a:pPr>
            <a:r>
              <a:rPr lang="en-US" sz="2000" dirty="0"/>
              <a:t>The attacker sends corrupted, strange, or invalid packets repeatedly to the victim.</a:t>
            </a:r>
          </a:p>
          <a:p>
            <a:pPr algn="just"/>
            <a:endParaRPr lang="en-US" sz="2000" dirty="0"/>
          </a:p>
          <a:p>
            <a:pPr marL="342900" indent="-342900" algn="just">
              <a:buFont typeface="Arial" panose="020B0604020202020204" pitchFamily="34" charset="0"/>
              <a:buChar char="•"/>
            </a:pPr>
            <a:r>
              <a:rPr lang="en-US" sz="2000" dirty="0"/>
              <a:t>These packets confuse the operating system, sometimes causing errors, freezing, or crashing.</a:t>
            </a:r>
          </a:p>
          <a:p>
            <a:pPr algn="just"/>
            <a:endParaRPr lang="en-US" sz="2000" dirty="0"/>
          </a:p>
          <a:p>
            <a:pPr algn="just"/>
            <a:r>
              <a:rPr lang="en-US" sz="2000" dirty="0">
                <a:solidFill>
                  <a:srgbClr val="FF0000"/>
                </a:solidFill>
              </a:rPr>
              <a:t>Example: </a:t>
            </a:r>
            <a:r>
              <a:rPr lang="en-US" sz="2000" dirty="0"/>
              <a:t>Like sending nonsense letters to someone’s mailbox again and again until the mailbox breaks.</a:t>
            </a:r>
          </a:p>
        </p:txBody>
      </p:sp>
      <p:pic>
        <p:nvPicPr>
          <p:cNvPr id="819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53406" y="1994536"/>
            <a:ext cx="6005802" cy="2956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1859156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4" name="Rectangle 4">
            <a:extLst>
              <a:ext uri="{FF2B5EF4-FFF2-40B4-BE49-F238E27FC236}">
                <a16:creationId xmlns:a16="http://schemas.microsoft.com/office/drawing/2014/main" id="{6419AD69-BBEB-4ADC-AB3D-F2E0E4CE69D5}"/>
              </a:ext>
            </a:extLst>
          </p:cNvPr>
          <p:cNvSpPr>
            <a:spLocks noGrp="1" noChangeArrowheads="1"/>
          </p:cNvSpPr>
          <p:nvPr>
            <p:ph type="title"/>
          </p:nvPr>
        </p:nvSpPr>
        <p:spPr bwMode="auto">
          <a:xfrm>
            <a:off x="572729" y="699524"/>
            <a:ext cx="8229600" cy="533400"/>
          </a:xfrm>
          <a:solidFill>
            <a:srgbClr val="FFFF00"/>
          </a:solidFill>
          <a:ln/>
        </p:spPr>
        <p:txBody>
          <a:bodyPr vert="horz" wrap="square" lIns="91440" tIns="45720" rIns="91440" bIns="45720" numCol="1" rtlCol="0" anchor="t" anchorCtr="0" compatLnSpc="1">
            <a:prstTxWarp prst="textNoShape">
              <a:avLst/>
            </a:prstTxWarp>
            <a:noAutofit/>
          </a:bodyPr>
          <a:lstStyle/>
          <a:p>
            <a:pPr algn="ctr"/>
            <a:r>
              <a:rPr lang="en-US" altLang="en-US" sz="3600" dirty="0">
                <a:solidFill>
                  <a:srgbClr val="FF0000"/>
                </a:solidFill>
              </a:rPr>
              <a:t>Classification of Denial of Service Attacks</a:t>
            </a:r>
          </a:p>
        </p:txBody>
      </p:sp>
      <p:sp>
        <p:nvSpPr>
          <p:cNvPr id="35846" name="Rectangle 6">
            <a:extLst>
              <a:ext uri="{FF2B5EF4-FFF2-40B4-BE49-F238E27FC236}">
                <a16:creationId xmlns:a16="http://schemas.microsoft.com/office/drawing/2014/main" id="{BE4D10E7-6C88-4606-A4C8-BB840C64358E}"/>
              </a:ext>
            </a:extLst>
          </p:cNvPr>
          <p:cNvSpPr>
            <a:spLocks noGrp="1" noChangeArrowheads="1"/>
          </p:cNvSpPr>
          <p:nvPr>
            <p:ph sz="quarter" idx="1"/>
          </p:nvPr>
        </p:nvSpPr>
        <p:spPr bwMode="auto">
          <a:xfrm>
            <a:off x="848031" y="1536290"/>
            <a:ext cx="6921907" cy="4191000"/>
          </a:xfr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Autofit/>
          </a:bodyPr>
          <a:lstStyle/>
          <a:p>
            <a:pPr lvl="1"/>
            <a:r>
              <a:rPr lang="en-US" altLang="zh-TW" sz="2200" dirty="0">
                <a:solidFill>
                  <a:schemeClr val="bg2"/>
                </a:solidFill>
                <a:latin typeface="Times New Roman" pitchFamily="18" charset="0"/>
                <a:ea typeface="新細明體" panose="020B0604030504040204" pitchFamily="18" charset="-120"/>
                <a:cs typeface="Times New Roman" pitchFamily="18" charset="0"/>
              </a:rPr>
              <a:t>Exploit system design weaknesses</a:t>
            </a:r>
          </a:p>
          <a:p>
            <a:pPr lvl="2"/>
            <a:r>
              <a:rPr lang="en-US" altLang="zh-TW" sz="2200" dirty="0">
                <a:solidFill>
                  <a:schemeClr val="bg2"/>
                </a:solidFill>
                <a:latin typeface="Times New Roman" pitchFamily="18" charset="0"/>
                <a:ea typeface="新細明體" panose="020B0604030504040204" pitchFamily="18" charset="-120"/>
                <a:cs typeface="Times New Roman" pitchFamily="18" charset="0"/>
              </a:rPr>
              <a:t>Ping of death</a:t>
            </a:r>
          </a:p>
          <a:p>
            <a:pPr lvl="2"/>
            <a:r>
              <a:rPr lang="en-US" altLang="zh-TW" sz="2200" dirty="0">
                <a:solidFill>
                  <a:schemeClr val="bg2"/>
                </a:solidFill>
                <a:latin typeface="Times New Roman" pitchFamily="18" charset="0"/>
                <a:ea typeface="新細明體" panose="020B0604030504040204" pitchFamily="18" charset="-120"/>
                <a:cs typeface="Times New Roman" pitchFamily="18" charset="0"/>
              </a:rPr>
              <a:t>Teardrop</a:t>
            </a:r>
          </a:p>
          <a:p>
            <a:pPr lvl="1">
              <a:buFont typeface="Century Gothic" panose="020B0502020202020204" pitchFamily="34" charset="0"/>
              <a:buNone/>
            </a:pPr>
            <a:r>
              <a:rPr lang="en-US" altLang="zh-TW" dirty="0">
                <a:solidFill>
                  <a:schemeClr val="bg2"/>
                </a:solidFill>
                <a:latin typeface="Times New Roman" pitchFamily="18" charset="0"/>
                <a:ea typeface="新細明體" panose="020B0604030504040204" pitchFamily="18" charset="-120"/>
                <a:cs typeface="Times New Roman" pitchFamily="18" charset="0"/>
              </a:rPr>
              <a:t>System patches issued after discovering such attacks</a:t>
            </a:r>
          </a:p>
          <a:p>
            <a:pPr lvl="1"/>
            <a:r>
              <a:rPr lang="en-US" altLang="zh-TW" sz="2200" dirty="0">
                <a:solidFill>
                  <a:schemeClr val="bg2"/>
                </a:solidFill>
                <a:latin typeface="Times New Roman" pitchFamily="18" charset="0"/>
                <a:ea typeface="新細明體" panose="020B0604030504040204" pitchFamily="18" charset="-120"/>
                <a:cs typeface="Times New Roman" pitchFamily="18" charset="0"/>
              </a:rPr>
              <a:t>DDoS attack ( Flooding-Based)</a:t>
            </a:r>
            <a:endParaRPr lang="en-US" altLang="ko-KR" sz="2200" dirty="0">
              <a:solidFill>
                <a:schemeClr val="bg2"/>
              </a:solidFill>
              <a:latin typeface="Times New Roman" pitchFamily="18" charset="0"/>
              <a:ea typeface="굴림" panose="020B0503020000020004" pitchFamily="34" charset="-127"/>
              <a:cs typeface="Times New Roman" pitchFamily="18" charset="0"/>
            </a:endParaRPr>
          </a:p>
          <a:p>
            <a:pPr lvl="2"/>
            <a:r>
              <a:rPr lang="en-US" altLang="zh-TW" sz="2200" dirty="0">
                <a:solidFill>
                  <a:schemeClr val="bg2"/>
                </a:solidFill>
                <a:latin typeface="Times New Roman" pitchFamily="18" charset="0"/>
                <a:ea typeface="新細明體" panose="020B0604030504040204" pitchFamily="18" charset="-120"/>
                <a:cs typeface="Times New Roman" pitchFamily="18" charset="0"/>
              </a:rPr>
              <a:t>Exploit the computing power of thousands of vulnerable, unpatched machines to overwhelm a target or a victim</a:t>
            </a:r>
          </a:p>
          <a:p>
            <a:pPr lvl="2"/>
            <a:r>
              <a:rPr lang="en-US" altLang="ko-KR" sz="2200" dirty="0">
                <a:solidFill>
                  <a:schemeClr val="bg2"/>
                </a:solidFill>
                <a:latin typeface="Times New Roman" pitchFamily="18" charset="0"/>
                <a:ea typeface="굴림" panose="020B0503020000020004" pitchFamily="34" charset="-127"/>
                <a:cs typeface="Times New Roman" pitchFamily="18" charset="0"/>
              </a:rPr>
              <a:t>CPU, Memory, bandwidth exhaustion</a:t>
            </a:r>
            <a:endParaRPr lang="en-US" altLang="zh-TW" sz="2200" dirty="0">
              <a:solidFill>
                <a:schemeClr val="bg2"/>
              </a:solidFill>
              <a:latin typeface="Times New Roman" pitchFamily="18" charset="0"/>
              <a:ea typeface="新細明體" panose="020B0604030504040204" pitchFamily="18" charset="-120"/>
              <a:cs typeface="Times New Roman" pitchFamily="18" charset="0"/>
            </a:endParaRPr>
          </a:p>
        </p:txBody>
      </p:sp>
    </p:spTree>
    <p:extLst>
      <p:ext uri="{BB962C8B-B14F-4D97-AF65-F5344CB8AC3E}">
        <p14:creationId xmlns:p14="http://schemas.microsoft.com/office/powerpoint/2010/main" val="142123894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4" name="Rectangle 6">
            <a:extLst>
              <a:ext uri="{FF2B5EF4-FFF2-40B4-BE49-F238E27FC236}">
                <a16:creationId xmlns:a16="http://schemas.microsoft.com/office/drawing/2014/main" id="{7D78F09A-BEE1-4151-BFD8-5896C0821913}"/>
              </a:ext>
            </a:extLst>
          </p:cNvPr>
          <p:cNvSpPr>
            <a:spLocks noGrp="1" noChangeArrowheads="1"/>
          </p:cNvSpPr>
          <p:nvPr>
            <p:ph type="title"/>
          </p:nvPr>
        </p:nvSpPr>
        <p:spPr bwMode="white">
          <a:xfrm>
            <a:off x="1165122" y="919316"/>
            <a:ext cx="9527458" cy="762000"/>
          </a:xfr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tx1"/>
                  </a:outerShdw>
                </a:effectLst>
              </a14:hiddenEffects>
            </a:ext>
          </a:extLst>
        </p:spPr>
        <p:txBody>
          <a:bodyPr vert="horz" wrap="square" lIns="91440" tIns="45720" rIns="91440" bIns="45720" numCol="1" rtlCol="0" anchor="ctr" anchorCtr="0" compatLnSpc="1">
            <a:prstTxWarp prst="textNoShape">
              <a:avLst/>
            </a:prstTxWarp>
            <a:noAutofit/>
          </a:bodyPr>
          <a:lstStyle/>
          <a:p>
            <a:pPr algn="ctr"/>
            <a:r>
              <a:rPr lang="en-US" altLang="en-US" sz="4400" dirty="0"/>
              <a:t>Distributed Denial of Service (</a:t>
            </a:r>
            <a:r>
              <a:rPr lang="en-US" altLang="en-US" sz="4400" dirty="0" err="1"/>
              <a:t>DDoS</a:t>
            </a:r>
            <a:r>
              <a:rPr lang="en-US" altLang="en-US" sz="4400" dirty="0"/>
              <a:t>) Attacks</a:t>
            </a:r>
          </a:p>
        </p:txBody>
      </p:sp>
      <p:sp>
        <p:nvSpPr>
          <p:cNvPr id="53255" name="Rectangle 7">
            <a:extLst>
              <a:ext uri="{FF2B5EF4-FFF2-40B4-BE49-F238E27FC236}">
                <a16:creationId xmlns:a16="http://schemas.microsoft.com/office/drawing/2014/main" id="{9EE95C99-4187-42E8-AE2E-B81570938790}"/>
              </a:ext>
            </a:extLst>
          </p:cNvPr>
          <p:cNvSpPr>
            <a:spLocks noGrp="1" noChangeArrowheads="1"/>
          </p:cNvSpPr>
          <p:nvPr>
            <p:ph sz="quarter" idx="1"/>
          </p:nvPr>
        </p:nvSpPr>
        <p:spPr bwMode="auto">
          <a:xfrm>
            <a:off x="2411360" y="2362200"/>
            <a:ext cx="7799439" cy="2819400"/>
          </a:xfr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tx1"/>
                  </a:outerShdw>
                </a:effectLst>
              </a14:hiddenEffects>
            </a:ext>
          </a:extLst>
        </p:spPr>
        <p:txBody>
          <a:bodyPr vert="horz" wrap="square" lIns="91440" tIns="45720" rIns="91440" bIns="45720" numCol="1" rtlCol="0" anchor="t" anchorCtr="0" compatLnSpc="1">
            <a:prstTxWarp prst="textNoShape">
              <a:avLst/>
            </a:prstTxWarp>
            <a:noAutofit/>
          </a:bodyPr>
          <a:lstStyle/>
          <a:p>
            <a:pPr algn="just">
              <a:lnSpc>
                <a:spcPct val="90000"/>
              </a:lnSpc>
            </a:pPr>
            <a:r>
              <a:rPr lang="en-US" altLang="en-US" sz="2400" dirty="0">
                <a:solidFill>
                  <a:schemeClr val="bg2"/>
                </a:solidFill>
                <a:latin typeface="Times New Roman" pitchFamily="18" charset="0"/>
                <a:cs typeface="Times New Roman" pitchFamily="18" charset="0"/>
              </a:rPr>
              <a:t>Introduce the “many to one” dimension</a:t>
            </a:r>
          </a:p>
          <a:p>
            <a:pPr algn="just">
              <a:lnSpc>
                <a:spcPct val="90000"/>
              </a:lnSpc>
            </a:pPr>
            <a:endParaRPr lang="en-US" altLang="en-US" sz="2400" dirty="0">
              <a:solidFill>
                <a:schemeClr val="bg2"/>
              </a:solidFill>
              <a:latin typeface="Times New Roman" pitchFamily="18" charset="0"/>
              <a:cs typeface="Times New Roman" pitchFamily="18" charset="0"/>
            </a:endParaRPr>
          </a:p>
          <a:p>
            <a:pPr algn="just">
              <a:lnSpc>
                <a:spcPct val="90000"/>
              </a:lnSpc>
            </a:pPr>
            <a:r>
              <a:rPr lang="en-US" altLang="en-US" sz="2400" dirty="0">
                <a:solidFill>
                  <a:schemeClr val="bg2"/>
                </a:solidFill>
                <a:latin typeface="Times New Roman" pitchFamily="18" charset="0"/>
                <a:cs typeface="Times New Roman" pitchFamily="18" charset="0"/>
              </a:rPr>
              <a:t>Large number of compromised host are gathered to send useless service requests, packets at the same time</a:t>
            </a:r>
          </a:p>
          <a:p>
            <a:pPr algn="just">
              <a:lnSpc>
                <a:spcPct val="90000"/>
              </a:lnSpc>
            </a:pPr>
            <a:endParaRPr lang="en-US" altLang="en-US" sz="2400" dirty="0">
              <a:solidFill>
                <a:schemeClr val="bg2"/>
              </a:solidFill>
              <a:latin typeface="Times New Roman" pitchFamily="18" charset="0"/>
              <a:cs typeface="Times New Roman" pitchFamily="18" charset="0"/>
            </a:endParaRPr>
          </a:p>
          <a:p>
            <a:pPr algn="just">
              <a:lnSpc>
                <a:spcPct val="90000"/>
              </a:lnSpc>
            </a:pPr>
            <a:r>
              <a:rPr lang="en-US" altLang="en-US" sz="2400" dirty="0">
                <a:solidFill>
                  <a:schemeClr val="bg2"/>
                </a:solidFill>
                <a:latin typeface="Times New Roman" pitchFamily="18" charset="0"/>
                <a:cs typeface="Times New Roman" pitchFamily="18" charset="0"/>
              </a:rPr>
              <a:t>The burst of traffic generated, crashes the victim or disables it</a:t>
            </a:r>
          </a:p>
        </p:txBody>
      </p:sp>
      <p:sp>
        <p:nvSpPr>
          <p:cNvPr id="6" name="Slide Number Placeholder 4">
            <a:extLst>
              <a:ext uri="{FF2B5EF4-FFF2-40B4-BE49-F238E27FC236}">
                <a16:creationId xmlns:a16="http://schemas.microsoft.com/office/drawing/2014/main" id="{4C2E0275-7A7F-42D3-973D-73F399F5AF96}"/>
              </a:ext>
            </a:extLst>
          </p:cNvPr>
          <p:cNvSpPr>
            <a:spLocks noGrp="1"/>
          </p:cNvSpPr>
          <p:nvPr>
            <p:ph type="sldNum" sz="quarter" idx="4294967295"/>
          </p:nvPr>
        </p:nvSpPr>
        <p:spPr>
          <a:xfrm>
            <a:off x="10838688" y="5734050"/>
            <a:ext cx="812800" cy="521208"/>
          </a:xfrm>
          <a:prstGeom prst="rect">
            <a:avLst/>
          </a:prstGeom>
        </p:spPr>
        <p:txBody>
          <a:bodyPr/>
          <a:lstStyle/>
          <a:p>
            <a:fld id="{80EE27FC-1BB4-4231-A315-AC6CF51E6ED1}" type="slidenum">
              <a:rPr lang="en-US" altLang="en-US"/>
              <a:pPr/>
              <a:t>45</a:t>
            </a:fld>
            <a:endParaRPr lang="en-US" alt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2" name="Rectangle 4">
            <a:extLst>
              <a:ext uri="{FF2B5EF4-FFF2-40B4-BE49-F238E27FC236}">
                <a16:creationId xmlns:a16="http://schemas.microsoft.com/office/drawing/2014/main" id="{1077D7F8-FD62-4DAB-BB32-81BDDA65BDE3}"/>
              </a:ext>
            </a:extLst>
          </p:cNvPr>
          <p:cNvSpPr>
            <a:spLocks noGrp="1" noChangeArrowheads="1"/>
          </p:cNvSpPr>
          <p:nvPr>
            <p:ph type="title"/>
          </p:nvPr>
        </p:nvSpPr>
        <p:spPr bwMode="white">
          <a:xfrm>
            <a:off x="442451" y="533400"/>
            <a:ext cx="11651225" cy="762000"/>
          </a:xfr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tx1"/>
                  </a:outerShdw>
                </a:effectLst>
              </a14:hiddenEffects>
            </a:ext>
          </a:extLst>
        </p:spPr>
        <p:txBody>
          <a:bodyPr vert="horz" wrap="square" lIns="91440" tIns="45720" rIns="91440" bIns="45720" numCol="1" rtlCol="0" anchor="ctr" anchorCtr="0" compatLnSpc="1">
            <a:prstTxWarp prst="textNoShape">
              <a:avLst/>
            </a:prstTxWarp>
            <a:noAutofit/>
          </a:bodyPr>
          <a:lstStyle/>
          <a:p>
            <a:pPr algn="ctr"/>
            <a:r>
              <a:rPr lang="en-US" altLang="en-US" sz="3600" dirty="0"/>
              <a:t>Distributed Denial of Service (</a:t>
            </a:r>
            <a:r>
              <a:rPr lang="en-US" altLang="en-US" sz="3600" dirty="0" err="1"/>
              <a:t>DDoS</a:t>
            </a:r>
            <a:r>
              <a:rPr lang="en-US" altLang="en-US" sz="3600" dirty="0"/>
              <a:t>) Attacks</a:t>
            </a:r>
            <a:br>
              <a:rPr lang="en-US" altLang="en-US" sz="3600" dirty="0"/>
            </a:br>
            <a:r>
              <a:rPr lang="en-US" altLang="en-US" sz="3600" dirty="0"/>
              <a:t>(Elements)</a:t>
            </a:r>
          </a:p>
        </p:txBody>
      </p:sp>
      <p:sp>
        <p:nvSpPr>
          <p:cNvPr id="63493" name="Rectangle 5">
            <a:extLst>
              <a:ext uri="{FF2B5EF4-FFF2-40B4-BE49-F238E27FC236}">
                <a16:creationId xmlns:a16="http://schemas.microsoft.com/office/drawing/2014/main" id="{7DBC6C79-7AA8-435C-A548-22EEFE666869}"/>
              </a:ext>
            </a:extLst>
          </p:cNvPr>
          <p:cNvSpPr>
            <a:spLocks noGrp="1" noChangeArrowheads="1"/>
          </p:cNvSpPr>
          <p:nvPr>
            <p:ph sz="quarter" idx="1"/>
          </p:nvPr>
        </p:nvSpPr>
        <p:spPr bwMode="auto">
          <a:xfrm>
            <a:off x="1260987" y="1447800"/>
            <a:ext cx="8649929" cy="4267200"/>
          </a:xfr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tx1"/>
                  </a:outerShdw>
                </a:effectLst>
              </a14:hiddenEffects>
            </a:ext>
          </a:extLst>
        </p:spPr>
        <p:txBody>
          <a:bodyPr vert="horz" wrap="square" lIns="91440" tIns="45720" rIns="91440" bIns="45720" numCol="1" rtlCol="0" anchor="t" anchorCtr="0" compatLnSpc="1">
            <a:prstTxWarp prst="textNoShape">
              <a:avLst/>
            </a:prstTxWarp>
            <a:noAutofit/>
          </a:bodyPr>
          <a:lstStyle/>
          <a:p>
            <a:pPr algn="just">
              <a:lnSpc>
                <a:spcPct val="80000"/>
              </a:lnSpc>
            </a:pPr>
            <a:r>
              <a:rPr lang="en-US" altLang="en-US" sz="2200" dirty="0">
                <a:solidFill>
                  <a:schemeClr val="bg2"/>
                </a:solidFill>
                <a:latin typeface="Times New Roman" pitchFamily="18" charset="0"/>
                <a:cs typeface="Times New Roman" pitchFamily="18" charset="0"/>
              </a:rPr>
              <a:t>Victim (Target)</a:t>
            </a:r>
          </a:p>
          <a:p>
            <a:pPr algn="just">
              <a:lnSpc>
                <a:spcPct val="80000"/>
              </a:lnSpc>
            </a:pPr>
            <a:r>
              <a:rPr lang="en-US" altLang="en-US" sz="2200" dirty="0">
                <a:solidFill>
                  <a:schemeClr val="bg2"/>
                </a:solidFill>
                <a:latin typeface="Times New Roman" pitchFamily="18" charset="0"/>
                <a:cs typeface="Times New Roman" pitchFamily="18" charset="0"/>
              </a:rPr>
              <a:t>Attack Daemon Agents</a:t>
            </a:r>
          </a:p>
          <a:p>
            <a:pPr lvl="1" algn="just">
              <a:lnSpc>
                <a:spcPct val="80000"/>
              </a:lnSpc>
            </a:pPr>
            <a:r>
              <a:rPr lang="en-US" altLang="en-US" sz="2200" dirty="0">
                <a:solidFill>
                  <a:schemeClr val="bg2"/>
                </a:solidFill>
                <a:latin typeface="Times New Roman" pitchFamily="18" charset="0"/>
                <a:cs typeface="Times New Roman" pitchFamily="18" charset="0"/>
              </a:rPr>
              <a:t>agent programs that actually carry out the attack on victim</a:t>
            </a:r>
          </a:p>
          <a:p>
            <a:pPr lvl="1" algn="just">
              <a:lnSpc>
                <a:spcPct val="80000"/>
              </a:lnSpc>
            </a:pPr>
            <a:r>
              <a:rPr lang="en-US" altLang="en-US" sz="2200" dirty="0">
                <a:solidFill>
                  <a:schemeClr val="bg2"/>
                </a:solidFill>
                <a:latin typeface="Times New Roman" pitchFamily="18" charset="0"/>
                <a:cs typeface="Times New Roman" pitchFamily="18" charset="0"/>
              </a:rPr>
              <a:t>attacker gain access and infiltrate the host computer to deploy them</a:t>
            </a:r>
          </a:p>
          <a:p>
            <a:pPr lvl="1" algn="just">
              <a:lnSpc>
                <a:spcPct val="80000"/>
              </a:lnSpc>
            </a:pPr>
            <a:r>
              <a:rPr lang="en-US" altLang="en-US" sz="2200" dirty="0">
                <a:solidFill>
                  <a:schemeClr val="bg2"/>
                </a:solidFill>
                <a:latin typeface="Times New Roman" pitchFamily="18" charset="0"/>
                <a:cs typeface="Times New Roman" pitchFamily="18" charset="0"/>
              </a:rPr>
              <a:t>daemons affect both the target and the host computers</a:t>
            </a:r>
          </a:p>
          <a:p>
            <a:pPr algn="just">
              <a:lnSpc>
                <a:spcPct val="80000"/>
              </a:lnSpc>
            </a:pPr>
            <a:r>
              <a:rPr lang="en-US" altLang="en-US" sz="2200" dirty="0">
                <a:solidFill>
                  <a:schemeClr val="bg2"/>
                </a:solidFill>
                <a:latin typeface="Times New Roman" pitchFamily="18" charset="0"/>
                <a:cs typeface="Times New Roman" pitchFamily="18" charset="0"/>
              </a:rPr>
              <a:t>Master Program/Agent</a:t>
            </a:r>
          </a:p>
          <a:p>
            <a:pPr lvl="1" algn="just">
              <a:lnSpc>
                <a:spcPct val="80000"/>
              </a:lnSpc>
            </a:pPr>
            <a:r>
              <a:rPr lang="en-US" altLang="en-US" sz="2200" dirty="0">
                <a:solidFill>
                  <a:schemeClr val="bg2"/>
                </a:solidFill>
                <a:latin typeface="Times New Roman" pitchFamily="18" charset="0"/>
                <a:cs typeface="Times New Roman" pitchFamily="18" charset="0"/>
              </a:rPr>
              <a:t>coordinates the attack through the attack daemons</a:t>
            </a:r>
          </a:p>
          <a:p>
            <a:pPr algn="just">
              <a:lnSpc>
                <a:spcPct val="80000"/>
              </a:lnSpc>
            </a:pPr>
            <a:r>
              <a:rPr lang="en-US" altLang="en-US" sz="2200" dirty="0">
                <a:solidFill>
                  <a:schemeClr val="bg2"/>
                </a:solidFill>
                <a:latin typeface="Times New Roman" pitchFamily="18" charset="0"/>
                <a:cs typeface="Times New Roman" pitchFamily="18" charset="0"/>
              </a:rPr>
              <a:t>Attacker/Attacking Hosts</a:t>
            </a:r>
          </a:p>
          <a:p>
            <a:pPr lvl="1" algn="just">
              <a:lnSpc>
                <a:spcPct val="80000"/>
              </a:lnSpc>
            </a:pPr>
            <a:r>
              <a:rPr lang="en-US" altLang="en-US" sz="2200" dirty="0">
                <a:solidFill>
                  <a:schemeClr val="bg2"/>
                </a:solidFill>
                <a:latin typeface="Times New Roman" pitchFamily="18" charset="0"/>
                <a:cs typeface="Times New Roman" pitchFamily="18" charset="0"/>
              </a:rPr>
              <a:t>mastermind behind the attack</a:t>
            </a:r>
          </a:p>
          <a:p>
            <a:pPr lvl="1" algn="just">
              <a:lnSpc>
                <a:spcPct val="80000"/>
              </a:lnSpc>
            </a:pPr>
            <a:r>
              <a:rPr lang="en-US" altLang="en-US" sz="2200" dirty="0">
                <a:solidFill>
                  <a:schemeClr val="bg2"/>
                </a:solidFill>
                <a:latin typeface="Times New Roman" pitchFamily="18" charset="0"/>
                <a:cs typeface="Times New Roman" pitchFamily="18" charset="0"/>
              </a:rPr>
              <a:t>using the master, it stays behind the scenes during real attack</a:t>
            </a:r>
          </a:p>
        </p:txBody>
      </p:sp>
      <p:sp>
        <p:nvSpPr>
          <p:cNvPr id="10" name="Slide Number Placeholder 4">
            <a:extLst>
              <a:ext uri="{FF2B5EF4-FFF2-40B4-BE49-F238E27FC236}">
                <a16:creationId xmlns:a16="http://schemas.microsoft.com/office/drawing/2014/main" id="{421DA0B2-834D-4D5A-BCF3-8A5498E26421}"/>
              </a:ext>
            </a:extLst>
          </p:cNvPr>
          <p:cNvSpPr>
            <a:spLocks noGrp="1"/>
          </p:cNvSpPr>
          <p:nvPr>
            <p:ph type="sldNum" sz="quarter" idx="4294967295"/>
          </p:nvPr>
        </p:nvSpPr>
        <p:spPr>
          <a:xfrm>
            <a:off x="10838688" y="5734050"/>
            <a:ext cx="812800" cy="521208"/>
          </a:xfrm>
          <a:prstGeom prst="rect">
            <a:avLst/>
          </a:prstGeom>
        </p:spPr>
        <p:txBody>
          <a:bodyPr/>
          <a:lstStyle/>
          <a:p>
            <a:fld id="{08CF6C0D-DE1F-4ECD-BC0F-F245EE4E1A63}" type="slidenum">
              <a:rPr lang="en-US" altLang="en-US"/>
              <a:pPr/>
              <a:t>46</a:t>
            </a:fld>
            <a:endParaRPr lang="en-US" altLang="en-US"/>
          </a:p>
        </p:txBody>
      </p:sp>
      <p:pic>
        <p:nvPicPr>
          <p:cNvPr id="63494" name="Picture 6">
            <a:extLst>
              <a:ext uri="{FF2B5EF4-FFF2-40B4-BE49-F238E27FC236}">
                <a16:creationId xmlns:a16="http://schemas.microsoft.com/office/drawing/2014/main" id="{CF051B32-4562-4217-A959-DF999043616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58333" t="27777" r="33334" b="58334"/>
          <a:stretch>
            <a:fillRect/>
          </a:stretch>
        </p:blipFill>
        <p:spPr bwMode="auto">
          <a:xfrm>
            <a:off x="10569675" y="3886200"/>
            <a:ext cx="668338"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3495" name="Picture 7">
            <a:extLst>
              <a:ext uri="{FF2B5EF4-FFF2-40B4-BE49-F238E27FC236}">
                <a16:creationId xmlns:a16="http://schemas.microsoft.com/office/drawing/2014/main" id="{2B2E0D0C-2799-41A1-9FDC-7D08BBD039B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83479" t="45602" r="3999" b="35558"/>
          <a:stretch>
            <a:fillRect/>
          </a:stretch>
        </p:blipFill>
        <p:spPr bwMode="auto">
          <a:xfrm>
            <a:off x="10548933" y="2514600"/>
            <a:ext cx="804862"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3496" name="Picture 8">
            <a:extLst>
              <a:ext uri="{FF2B5EF4-FFF2-40B4-BE49-F238E27FC236}">
                <a16:creationId xmlns:a16="http://schemas.microsoft.com/office/drawing/2014/main" id="{F4EB4CF7-5F47-434B-A4FA-92D324B15DF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55850" t="58621" r="31429" b="29265"/>
          <a:stretch>
            <a:fillRect/>
          </a:stretch>
        </p:blipFill>
        <p:spPr bwMode="auto">
          <a:xfrm>
            <a:off x="10518052" y="5006975"/>
            <a:ext cx="952500" cy="681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3497" name="Picture 9" descr="j0409652">
            <a:extLst>
              <a:ext uri="{FF2B5EF4-FFF2-40B4-BE49-F238E27FC236}">
                <a16:creationId xmlns:a16="http://schemas.microsoft.com/office/drawing/2014/main" id="{1FC76805-08B6-40BF-9B8D-F3657E72F7A9}"/>
              </a:ext>
            </a:extLst>
          </p:cNvPr>
          <p:cNvPicPr>
            <a:picLocks noChangeAspect="1" noChangeArrowheads="1"/>
          </p:cNvPicPr>
          <p:nvPr/>
        </p:nvPicPr>
        <p:blipFill>
          <a:blip r:embed="rId5" cstate="hqprint">
            <a:clrChange>
              <a:clrFrom>
                <a:srgbClr val="DBE2EA"/>
              </a:clrFrom>
              <a:clrTo>
                <a:srgbClr val="DBE2EA">
                  <a:alpha val="0"/>
                </a:srgbClr>
              </a:clrTo>
            </a:clrChange>
            <a:extLst>
              <a:ext uri="{28A0092B-C50C-407E-A947-70E740481C1C}">
                <a14:useLocalDpi xmlns:a14="http://schemas.microsoft.com/office/drawing/2010/main" val="0"/>
              </a:ext>
            </a:extLst>
          </a:blip>
          <a:srcRect/>
          <a:stretch>
            <a:fillRect/>
          </a:stretch>
        </p:blipFill>
        <p:spPr bwMode="auto">
          <a:xfrm>
            <a:off x="10522975" y="1447800"/>
            <a:ext cx="762000" cy="7620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349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3497"/>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63493">
                                            <p:txEl>
                                              <p:pRg st="1" end="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3495"/>
                                        </p:tgtEl>
                                        <p:attrNameLst>
                                          <p:attrName>style.visibility</p:attrName>
                                        </p:attrNameLst>
                                      </p:cBhvr>
                                      <p:to>
                                        <p:strVal val="visible"/>
                                      </p:to>
                                    </p:set>
                                  </p:childTnLst>
                                </p:cTn>
                              </p:par>
                            </p:childTnLst>
                          </p:cTn>
                        </p:par>
                        <p:par>
                          <p:cTn id="15" fill="hold" nodeType="afterGroup">
                            <p:stCondLst>
                              <p:cond delay="0"/>
                            </p:stCondLst>
                            <p:childTnLst>
                              <p:par>
                                <p:cTn id="16" presetID="1" presetClass="entr" presetSubtype="0" fill="hold" nodeType="afterEffect">
                                  <p:stCondLst>
                                    <p:cond delay="0"/>
                                  </p:stCondLst>
                                  <p:childTnLst>
                                    <p:set>
                                      <p:cBhvr>
                                        <p:cTn id="17" dur="1" fill="hold">
                                          <p:stCondLst>
                                            <p:cond delay="0"/>
                                          </p:stCondLst>
                                        </p:cTn>
                                        <p:tgtEl>
                                          <p:spTgt spid="63493">
                                            <p:txEl>
                                              <p:pRg st="2" end="2"/>
                                            </p:txEl>
                                          </p:spTgt>
                                        </p:tgtEl>
                                        <p:attrNameLst>
                                          <p:attrName>style.visibility</p:attrName>
                                        </p:attrNameLst>
                                      </p:cBhvr>
                                      <p:to>
                                        <p:strVal val="visible"/>
                                      </p:to>
                                    </p:set>
                                  </p:childTnLst>
                                </p:cTn>
                              </p:par>
                            </p:childTnLst>
                          </p:cTn>
                        </p:par>
                        <p:par>
                          <p:cTn id="18" fill="hold" nodeType="afterGroup">
                            <p:stCondLst>
                              <p:cond delay="0"/>
                            </p:stCondLst>
                            <p:childTnLst>
                              <p:par>
                                <p:cTn id="19" presetID="1" presetClass="entr" presetSubtype="0" fill="hold" nodeType="afterEffect">
                                  <p:stCondLst>
                                    <p:cond delay="0"/>
                                  </p:stCondLst>
                                  <p:childTnLst>
                                    <p:set>
                                      <p:cBhvr>
                                        <p:cTn id="20" dur="1" fill="hold">
                                          <p:stCondLst>
                                            <p:cond delay="0"/>
                                          </p:stCondLst>
                                        </p:cTn>
                                        <p:tgtEl>
                                          <p:spTgt spid="63493">
                                            <p:txEl>
                                              <p:pRg st="3" end="3"/>
                                            </p:txEl>
                                          </p:spTgt>
                                        </p:tgtEl>
                                        <p:attrNameLst>
                                          <p:attrName>style.visibility</p:attrName>
                                        </p:attrNameLst>
                                      </p:cBhvr>
                                      <p:to>
                                        <p:strVal val="visible"/>
                                      </p:to>
                                    </p:set>
                                  </p:childTnLst>
                                </p:cTn>
                              </p:par>
                            </p:childTnLst>
                          </p:cTn>
                        </p:par>
                        <p:par>
                          <p:cTn id="21" fill="hold" nodeType="afterGroup">
                            <p:stCondLst>
                              <p:cond delay="0"/>
                            </p:stCondLst>
                            <p:childTnLst>
                              <p:par>
                                <p:cTn id="22" presetID="1" presetClass="entr" presetSubtype="0" fill="hold" nodeType="afterEffect">
                                  <p:stCondLst>
                                    <p:cond delay="0"/>
                                  </p:stCondLst>
                                  <p:childTnLst>
                                    <p:set>
                                      <p:cBhvr>
                                        <p:cTn id="23" dur="1" fill="hold">
                                          <p:stCondLst>
                                            <p:cond delay="0"/>
                                          </p:stCondLst>
                                        </p:cTn>
                                        <p:tgtEl>
                                          <p:spTgt spid="63493">
                                            <p:txEl>
                                              <p:pRg st="4" end="4"/>
                                            </p:txEl>
                                          </p:spTgt>
                                        </p:tgtEl>
                                        <p:attrNameLst>
                                          <p:attrName>style.visibility</p:attrName>
                                        </p:attrNameLst>
                                      </p:cBhvr>
                                      <p:to>
                                        <p:strVal val="visible"/>
                                      </p:to>
                                    </p:set>
                                  </p:childTnLst>
                                </p:cTn>
                              </p:par>
                            </p:childTnLst>
                          </p:cTn>
                        </p:par>
                      </p:childTnLst>
                    </p:cTn>
                  </p:par>
                  <p:par>
                    <p:cTn id="24" fill="hold" nodeType="clickPar">
                      <p:stCondLst>
                        <p:cond delay="indefinite"/>
                      </p:stCondLst>
                      <p:childTnLst>
                        <p:par>
                          <p:cTn id="25" fill="hold" nodeType="withGroup">
                            <p:stCondLst>
                              <p:cond delay="0"/>
                            </p:stCondLst>
                            <p:childTnLst>
                              <p:par>
                                <p:cTn id="26" presetID="1" presetClass="entr" presetSubtype="0" fill="hold" nodeType="clickEffect">
                                  <p:stCondLst>
                                    <p:cond delay="0"/>
                                  </p:stCondLst>
                                  <p:childTnLst>
                                    <p:set>
                                      <p:cBhvr>
                                        <p:cTn id="27" dur="1" fill="hold">
                                          <p:stCondLst>
                                            <p:cond delay="0"/>
                                          </p:stCondLst>
                                        </p:cTn>
                                        <p:tgtEl>
                                          <p:spTgt spid="63493">
                                            <p:txEl>
                                              <p:pRg st="5" end="5"/>
                                            </p:txEl>
                                          </p:spTgt>
                                        </p:tgtEl>
                                        <p:attrNameLst>
                                          <p:attrName>style.visibility</p:attrName>
                                        </p:attrNameLst>
                                      </p:cBhvr>
                                      <p:to>
                                        <p:strVal val="visible"/>
                                      </p:to>
                                    </p:set>
                                  </p:childTnLst>
                                </p:cTn>
                              </p:par>
                              <p:par>
                                <p:cTn id="28" presetID="1" presetClass="entr" presetSubtype="0" fill="hold" nodeType="withEffect">
                                  <p:stCondLst>
                                    <p:cond delay="0"/>
                                  </p:stCondLst>
                                  <p:childTnLst>
                                    <p:set>
                                      <p:cBhvr>
                                        <p:cTn id="29" dur="1" fill="hold">
                                          <p:stCondLst>
                                            <p:cond delay="0"/>
                                          </p:stCondLst>
                                        </p:cTn>
                                        <p:tgtEl>
                                          <p:spTgt spid="63494"/>
                                        </p:tgtEl>
                                        <p:attrNameLst>
                                          <p:attrName>style.visibility</p:attrName>
                                        </p:attrNameLst>
                                      </p:cBhvr>
                                      <p:to>
                                        <p:strVal val="visible"/>
                                      </p:to>
                                    </p:set>
                                  </p:childTnLst>
                                </p:cTn>
                              </p:par>
                            </p:childTnLst>
                          </p:cTn>
                        </p:par>
                        <p:par>
                          <p:cTn id="30" fill="hold" nodeType="afterGroup">
                            <p:stCondLst>
                              <p:cond delay="0"/>
                            </p:stCondLst>
                            <p:childTnLst>
                              <p:par>
                                <p:cTn id="31" presetID="1" presetClass="entr" presetSubtype="0" fill="hold" nodeType="afterEffect">
                                  <p:stCondLst>
                                    <p:cond delay="0"/>
                                  </p:stCondLst>
                                  <p:childTnLst>
                                    <p:set>
                                      <p:cBhvr>
                                        <p:cTn id="32" dur="1" fill="hold">
                                          <p:stCondLst>
                                            <p:cond delay="0"/>
                                          </p:stCondLst>
                                        </p:cTn>
                                        <p:tgtEl>
                                          <p:spTgt spid="63493">
                                            <p:txEl>
                                              <p:pRg st="6" end="6"/>
                                            </p:txEl>
                                          </p:spTgt>
                                        </p:tgtEl>
                                        <p:attrNameLst>
                                          <p:attrName>style.visibility</p:attrName>
                                        </p:attrNameLst>
                                      </p:cBhvr>
                                      <p:to>
                                        <p:strVal val="visible"/>
                                      </p:to>
                                    </p:set>
                                  </p:childTnLst>
                                </p:cTn>
                              </p:par>
                            </p:childTnLst>
                          </p:cTn>
                        </p:par>
                      </p:childTnLst>
                    </p:cTn>
                  </p:par>
                  <p:par>
                    <p:cTn id="33" fill="hold" nodeType="clickPar">
                      <p:stCondLst>
                        <p:cond delay="indefinite"/>
                      </p:stCondLst>
                      <p:childTnLst>
                        <p:par>
                          <p:cTn id="34" fill="hold" nodeType="withGroup">
                            <p:stCondLst>
                              <p:cond delay="0"/>
                            </p:stCondLst>
                            <p:childTnLst>
                              <p:par>
                                <p:cTn id="35" presetID="1" presetClass="entr" presetSubtype="0" fill="hold" nodeType="clickEffect">
                                  <p:stCondLst>
                                    <p:cond delay="0"/>
                                  </p:stCondLst>
                                  <p:childTnLst>
                                    <p:set>
                                      <p:cBhvr>
                                        <p:cTn id="36" dur="1" fill="hold">
                                          <p:stCondLst>
                                            <p:cond delay="0"/>
                                          </p:stCondLst>
                                        </p:cTn>
                                        <p:tgtEl>
                                          <p:spTgt spid="63493">
                                            <p:txEl>
                                              <p:pRg st="7" end="7"/>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63496"/>
                                        </p:tgtEl>
                                        <p:attrNameLst>
                                          <p:attrName>style.visibility</p:attrName>
                                        </p:attrNameLst>
                                      </p:cBhvr>
                                      <p:to>
                                        <p:strVal val="visible"/>
                                      </p:to>
                                    </p:set>
                                  </p:childTnLst>
                                </p:cTn>
                              </p:par>
                            </p:childTnLst>
                          </p:cTn>
                        </p:par>
                        <p:par>
                          <p:cTn id="39" fill="hold" nodeType="afterGroup">
                            <p:stCondLst>
                              <p:cond delay="0"/>
                            </p:stCondLst>
                            <p:childTnLst>
                              <p:par>
                                <p:cTn id="40" presetID="1" presetClass="entr" presetSubtype="0" fill="hold" nodeType="afterEffect">
                                  <p:stCondLst>
                                    <p:cond delay="0"/>
                                  </p:stCondLst>
                                  <p:childTnLst>
                                    <p:set>
                                      <p:cBhvr>
                                        <p:cTn id="41" dur="1" fill="hold">
                                          <p:stCondLst>
                                            <p:cond delay="0"/>
                                          </p:stCondLst>
                                        </p:cTn>
                                        <p:tgtEl>
                                          <p:spTgt spid="63493">
                                            <p:txEl>
                                              <p:pRg st="8" end="8"/>
                                            </p:txEl>
                                          </p:spTgt>
                                        </p:tgtEl>
                                        <p:attrNameLst>
                                          <p:attrName>style.visibility</p:attrName>
                                        </p:attrNameLst>
                                      </p:cBhvr>
                                      <p:to>
                                        <p:strVal val="visible"/>
                                      </p:to>
                                    </p:set>
                                  </p:childTnLst>
                                </p:cTn>
                              </p:par>
                            </p:childTnLst>
                          </p:cTn>
                        </p:par>
                        <p:par>
                          <p:cTn id="42" fill="hold" nodeType="afterGroup">
                            <p:stCondLst>
                              <p:cond delay="0"/>
                            </p:stCondLst>
                            <p:childTnLst>
                              <p:par>
                                <p:cTn id="43" presetID="1" presetClass="entr" presetSubtype="0" fill="hold" nodeType="afterEffect">
                                  <p:stCondLst>
                                    <p:cond delay="0"/>
                                  </p:stCondLst>
                                  <p:childTnLst>
                                    <p:set>
                                      <p:cBhvr>
                                        <p:cTn id="44" dur="1" fill="hold">
                                          <p:stCondLst>
                                            <p:cond delay="0"/>
                                          </p:stCondLst>
                                        </p:cTn>
                                        <p:tgtEl>
                                          <p:spTgt spid="6349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6" name="Rectangle 4">
            <a:extLst>
              <a:ext uri="{FF2B5EF4-FFF2-40B4-BE49-F238E27FC236}">
                <a16:creationId xmlns:a16="http://schemas.microsoft.com/office/drawing/2014/main" id="{95ACCF3C-70CC-4E7C-8AE3-6F2A57DB0852}"/>
              </a:ext>
            </a:extLst>
          </p:cNvPr>
          <p:cNvSpPr>
            <a:spLocks noGrp="1" noChangeArrowheads="1"/>
          </p:cNvSpPr>
          <p:nvPr>
            <p:ph type="title"/>
          </p:nvPr>
        </p:nvSpPr>
        <p:spPr bwMode="white">
          <a:xfrm>
            <a:off x="2362200" y="533400"/>
            <a:ext cx="7772400" cy="762000"/>
          </a:xfr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tx1"/>
                  </a:outerShdw>
                </a:effectLst>
              </a14:hiddenEffects>
            </a:ext>
          </a:extLst>
        </p:spPr>
        <p:txBody>
          <a:bodyPr vert="horz" wrap="square" lIns="91440" tIns="45720" rIns="91440" bIns="45720" numCol="1" rtlCol="0" anchor="ctr" anchorCtr="0" compatLnSpc="1">
            <a:prstTxWarp prst="textNoShape">
              <a:avLst/>
            </a:prstTxWarp>
            <a:normAutofit/>
          </a:bodyPr>
          <a:lstStyle/>
          <a:p>
            <a:r>
              <a:rPr lang="en-US" altLang="en-US" sz="2400"/>
              <a:t>Typical Distributed Denial of Service (DDoS) Attacks</a:t>
            </a:r>
          </a:p>
        </p:txBody>
      </p:sp>
      <p:sp>
        <p:nvSpPr>
          <p:cNvPr id="64515" name="Rectangle 3">
            <a:extLst>
              <a:ext uri="{FF2B5EF4-FFF2-40B4-BE49-F238E27FC236}">
                <a16:creationId xmlns:a16="http://schemas.microsoft.com/office/drawing/2014/main" id="{43568E22-760D-407B-87E3-4E9B2CA93D0D}"/>
              </a:ext>
            </a:extLst>
          </p:cNvPr>
          <p:cNvSpPr>
            <a:spLocks noGrp="1" noChangeArrowheads="1"/>
          </p:cNvSpPr>
          <p:nvPr>
            <p:ph sz="quarter" idx="1"/>
          </p:nvPr>
        </p:nvSpPr>
        <p:spPr bwMode="auto">
          <a:xfrm>
            <a:off x="1025013" y="1600200"/>
            <a:ext cx="5223387" cy="3962400"/>
          </a:xfr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Autofit/>
          </a:bodyPr>
          <a:lstStyle/>
          <a:p>
            <a:r>
              <a:rPr lang="en-US" altLang="en-US" sz="2200" dirty="0">
                <a:solidFill>
                  <a:schemeClr val="bg2"/>
                </a:solidFill>
                <a:latin typeface="Times New Roman" pitchFamily="18" charset="0"/>
                <a:cs typeface="Times New Roman" pitchFamily="18" charset="0"/>
              </a:rPr>
              <a:t>In preparation for launching an attack, attacker sets up a </a:t>
            </a:r>
            <a:r>
              <a:rPr lang="en-US" altLang="en-US" sz="2200" dirty="0" err="1">
                <a:solidFill>
                  <a:schemeClr val="bg2"/>
                </a:solidFill>
                <a:latin typeface="Times New Roman" pitchFamily="18" charset="0"/>
                <a:cs typeface="Times New Roman" pitchFamily="18" charset="0"/>
              </a:rPr>
              <a:t>DDoS</a:t>
            </a:r>
            <a:r>
              <a:rPr lang="en-US" altLang="en-US" sz="2200" dirty="0">
                <a:solidFill>
                  <a:schemeClr val="bg2"/>
                </a:solidFill>
                <a:latin typeface="Times New Roman" pitchFamily="18" charset="0"/>
                <a:cs typeface="Times New Roman" pitchFamily="18" charset="0"/>
              </a:rPr>
              <a:t> attack network</a:t>
            </a:r>
          </a:p>
          <a:p>
            <a:pPr lvl="1"/>
            <a:r>
              <a:rPr lang="en-US" altLang="en-US" sz="2200" dirty="0">
                <a:solidFill>
                  <a:schemeClr val="bg2"/>
                </a:solidFill>
                <a:latin typeface="Times New Roman" pitchFamily="18" charset="0"/>
                <a:cs typeface="Times New Roman" pitchFamily="18" charset="0"/>
              </a:rPr>
              <a:t>one or more attacking hosts</a:t>
            </a:r>
          </a:p>
          <a:p>
            <a:pPr lvl="1"/>
            <a:r>
              <a:rPr lang="en-US" altLang="en-US" sz="2200" dirty="0">
                <a:solidFill>
                  <a:schemeClr val="bg2"/>
                </a:solidFill>
                <a:latin typeface="Times New Roman" pitchFamily="18" charset="0"/>
                <a:cs typeface="Times New Roman" pitchFamily="18" charset="0"/>
              </a:rPr>
              <a:t>number of masters</a:t>
            </a:r>
          </a:p>
          <a:p>
            <a:pPr lvl="1"/>
            <a:r>
              <a:rPr lang="en-US" altLang="en-US" sz="2200" dirty="0">
                <a:solidFill>
                  <a:schemeClr val="bg2"/>
                </a:solidFill>
                <a:latin typeface="Times New Roman" pitchFamily="18" charset="0"/>
                <a:cs typeface="Times New Roman" pitchFamily="18" charset="0"/>
              </a:rPr>
              <a:t>large number of attack daemons (also referred to as </a:t>
            </a:r>
            <a:r>
              <a:rPr lang="en-US" altLang="en-US" sz="2200" i="1" dirty="0">
                <a:solidFill>
                  <a:schemeClr val="bg2"/>
                </a:solidFill>
                <a:latin typeface="Times New Roman" pitchFamily="18" charset="0"/>
                <a:cs typeface="Times New Roman" pitchFamily="18" charset="0"/>
              </a:rPr>
              <a:t>zombies</a:t>
            </a:r>
            <a:r>
              <a:rPr lang="en-US" altLang="en-US" sz="2200" dirty="0">
                <a:solidFill>
                  <a:schemeClr val="bg2"/>
                </a:solidFill>
                <a:latin typeface="Times New Roman" pitchFamily="18" charset="0"/>
                <a:cs typeface="Times New Roman" pitchFamily="18" charset="0"/>
              </a:rPr>
              <a:t>)</a:t>
            </a:r>
          </a:p>
          <a:p>
            <a:r>
              <a:rPr lang="en-US" altLang="en-US" sz="2200" dirty="0">
                <a:solidFill>
                  <a:schemeClr val="bg2"/>
                </a:solidFill>
                <a:latin typeface="Times New Roman" pitchFamily="18" charset="0"/>
                <a:cs typeface="Times New Roman" pitchFamily="18" charset="0"/>
              </a:rPr>
              <a:t>Each attacking host controls one or more masters</a:t>
            </a:r>
          </a:p>
          <a:p>
            <a:r>
              <a:rPr lang="en-US" altLang="en-US" sz="2200" dirty="0">
                <a:solidFill>
                  <a:schemeClr val="bg2"/>
                </a:solidFill>
                <a:latin typeface="Times New Roman" pitchFamily="18" charset="0"/>
                <a:cs typeface="Times New Roman" pitchFamily="18" charset="0"/>
              </a:rPr>
              <a:t>Each  master in turn connects to a group of attack daemon</a:t>
            </a:r>
          </a:p>
        </p:txBody>
      </p:sp>
      <p:sp>
        <p:nvSpPr>
          <p:cNvPr id="27" name="Slide Number Placeholder 4">
            <a:extLst>
              <a:ext uri="{FF2B5EF4-FFF2-40B4-BE49-F238E27FC236}">
                <a16:creationId xmlns:a16="http://schemas.microsoft.com/office/drawing/2014/main" id="{FA09BCB5-D0DF-43BA-A9C2-71E4E27B2824}"/>
              </a:ext>
            </a:extLst>
          </p:cNvPr>
          <p:cNvSpPr>
            <a:spLocks noGrp="1"/>
          </p:cNvSpPr>
          <p:nvPr>
            <p:ph type="sldNum" sz="quarter" idx="4294967295"/>
          </p:nvPr>
        </p:nvSpPr>
        <p:spPr>
          <a:xfrm>
            <a:off x="10838688" y="5734050"/>
            <a:ext cx="812800" cy="521208"/>
          </a:xfrm>
          <a:prstGeom prst="rect">
            <a:avLst/>
          </a:prstGeom>
        </p:spPr>
        <p:txBody>
          <a:bodyPr/>
          <a:lstStyle/>
          <a:p>
            <a:fld id="{0064FE4F-C47B-4118-8DAC-F2B978C50678}" type="slidenum">
              <a:rPr lang="en-US" altLang="en-US"/>
              <a:pPr/>
              <a:t>47</a:t>
            </a:fld>
            <a:endParaRPr lang="en-US" altLang="en-US"/>
          </a:p>
        </p:txBody>
      </p:sp>
      <p:sp>
        <p:nvSpPr>
          <p:cNvPr id="26" name="Footer Placeholder 3">
            <a:extLst>
              <a:ext uri="{FF2B5EF4-FFF2-40B4-BE49-F238E27FC236}">
                <a16:creationId xmlns:a16="http://schemas.microsoft.com/office/drawing/2014/main" id="{146AABE9-1078-4B85-9720-0F79B4AC40DB}"/>
              </a:ext>
            </a:extLst>
          </p:cNvPr>
          <p:cNvSpPr>
            <a:spLocks noGrp="1"/>
          </p:cNvSpPr>
          <p:nvPr>
            <p:ph type="ftr" sz="quarter" idx="4294967295"/>
          </p:nvPr>
        </p:nvSpPr>
        <p:spPr>
          <a:xfrm rot="5400000">
            <a:off x="9853648" y="3676280"/>
            <a:ext cx="3200400" cy="487680"/>
          </a:xfrm>
          <a:prstGeom prst="rect">
            <a:avLst/>
          </a:prstGeom>
        </p:spPr>
        <p:txBody>
          <a:bodyPr/>
          <a:lstStyle/>
          <a:p>
            <a:r>
              <a:rPr lang="en-US" altLang="en-US"/>
              <a:t>Distributed Denial of Service Attacks</a:t>
            </a:r>
          </a:p>
        </p:txBody>
      </p:sp>
      <p:pic>
        <p:nvPicPr>
          <p:cNvPr id="64517" name="Picture 5">
            <a:extLst>
              <a:ext uri="{FF2B5EF4-FFF2-40B4-BE49-F238E27FC236}">
                <a16:creationId xmlns:a16="http://schemas.microsoft.com/office/drawing/2014/main" id="{E0AE7F20-08CB-4DE1-8FF9-78F00E308AB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58333" t="27777" r="33334" b="58334"/>
          <a:stretch>
            <a:fillRect/>
          </a:stretch>
        </p:blipFill>
        <p:spPr bwMode="auto">
          <a:xfrm>
            <a:off x="6705600" y="2133600"/>
            <a:ext cx="3048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4518" name="Picture 6">
            <a:extLst>
              <a:ext uri="{FF2B5EF4-FFF2-40B4-BE49-F238E27FC236}">
                <a16:creationId xmlns:a16="http://schemas.microsoft.com/office/drawing/2014/main" id="{4DEB83C3-85A0-4853-B1F4-2D23C3B74B0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83479" t="45602" r="3999" b="35558"/>
          <a:stretch>
            <a:fillRect/>
          </a:stretch>
        </p:blipFill>
        <p:spPr bwMode="auto">
          <a:xfrm>
            <a:off x="6705600" y="2895600"/>
            <a:ext cx="4699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4519" name="Picture 7">
            <a:extLst>
              <a:ext uri="{FF2B5EF4-FFF2-40B4-BE49-F238E27FC236}">
                <a16:creationId xmlns:a16="http://schemas.microsoft.com/office/drawing/2014/main" id="{5E1C5180-0892-49C4-8E38-5719BCC708E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55850" t="58621" r="31429" b="29265"/>
          <a:stretch>
            <a:fillRect/>
          </a:stretch>
        </p:blipFill>
        <p:spPr bwMode="auto">
          <a:xfrm>
            <a:off x="9448800" y="4724401"/>
            <a:ext cx="458788" cy="327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4522" name="Picture 10">
            <a:extLst>
              <a:ext uri="{FF2B5EF4-FFF2-40B4-BE49-F238E27FC236}">
                <a16:creationId xmlns:a16="http://schemas.microsoft.com/office/drawing/2014/main" id="{99041A9A-F1C4-4F1D-B431-C344E8819A0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55850" t="58621" r="31429" b="29265"/>
          <a:stretch>
            <a:fillRect/>
          </a:stretch>
        </p:blipFill>
        <p:spPr bwMode="auto">
          <a:xfrm>
            <a:off x="8991600" y="5486401"/>
            <a:ext cx="457200" cy="327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4523" name="Picture 11">
            <a:extLst>
              <a:ext uri="{FF2B5EF4-FFF2-40B4-BE49-F238E27FC236}">
                <a16:creationId xmlns:a16="http://schemas.microsoft.com/office/drawing/2014/main" id="{BA5D5376-F729-4EB1-B03F-7D12E56D77B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58333" t="27777" r="33334" b="58334"/>
          <a:stretch>
            <a:fillRect/>
          </a:stretch>
        </p:blipFill>
        <p:spPr bwMode="auto">
          <a:xfrm>
            <a:off x="7315200" y="1600200"/>
            <a:ext cx="3048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4524" name="Picture 12">
            <a:extLst>
              <a:ext uri="{FF2B5EF4-FFF2-40B4-BE49-F238E27FC236}">
                <a16:creationId xmlns:a16="http://schemas.microsoft.com/office/drawing/2014/main" id="{EBFA23A6-4893-4692-BADB-DC236F344C9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58333" t="27777" r="33334" b="58334"/>
          <a:stretch>
            <a:fillRect/>
          </a:stretch>
        </p:blipFill>
        <p:spPr bwMode="auto">
          <a:xfrm>
            <a:off x="8305800" y="1524000"/>
            <a:ext cx="3048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4526" name="Picture 14">
            <a:extLst>
              <a:ext uri="{FF2B5EF4-FFF2-40B4-BE49-F238E27FC236}">
                <a16:creationId xmlns:a16="http://schemas.microsoft.com/office/drawing/2014/main" id="{DBC0BED7-8251-417C-9CC8-668BA87B287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83479" t="45602" r="3999" b="35558"/>
          <a:stretch>
            <a:fillRect/>
          </a:stretch>
        </p:blipFill>
        <p:spPr bwMode="auto">
          <a:xfrm>
            <a:off x="6858000" y="3581400"/>
            <a:ext cx="4699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4527" name="Picture 15">
            <a:extLst>
              <a:ext uri="{FF2B5EF4-FFF2-40B4-BE49-F238E27FC236}">
                <a16:creationId xmlns:a16="http://schemas.microsoft.com/office/drawing/2014/main" id="{9D592684-E742-4E9A-9B50-A617CB29663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83479" t="45602" r="3999" b="35558"/>
          <a:stretch>
            <a:fillRect/>
          </a:stretch>
        </p:blipFill>
        <p:spPr bwMode="auto">
          <a:xfrm>
            <a:off x="9448800" y="3581400"/>
            <a:ext cx="4699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4528" name="Picture 16">
            <a:extLst>
              <a:ext uri="{FF2B5EF4-FFF2-40B4-BE49-F238E27FC236}">
                <a16:creationId xmlns:a16="http://schemas.microsoft.com/office/drawing/2014/main" id="{A3FC0DEE-30BE-4094-9E22-025EC80E6B4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83479" t="45602" r="3999" b="35558"/>
          <a:stretch>
            <a:fillRect/>
          </a:stretch>
        </p:blipFill>
        <p:spPr bwMode="auto">
          <a:xfrm>
            <a:off x="9448800" y="2819400"/>
            <a:ext cx="4699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4529" name="Picture 17">
            <a:extLst>
              <a:ext uri="{FF2B5EF4-FFF2-40B4-BE49-F238E27FC236}">
                <a16:creationId xmlns:a16="http://schemas.microsoft.com/office/drawing/2014/main" id="{B9F41C79-B23B-460C-8B0F-B4863E6C46F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83479" t="45602" r="3999" b="35558"/>
          <a:stretch>
            <a:fillRect/>
          </a:stretch>
        </p:blipFill>
        <p:spPr bwMode="auto">
          <a:xfrm>
            <a:off x="9067800" y="1981200"/>
            <a:ext cx="4699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4530" name="Picture 18">
            <a:extLst>
              <a:ext uri="{FF2B5EF4-FFF2-40B4-BE49-F238E27FC236}">
                <a16:creationId xmlns:a16="http://schemas.microsoft.com/office/drawing/2014/main" id="{F97FE8B0-0E46-4A6F-9F9F-3D0A67A6D56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83479" t="45602" r="3999" b="35558"/>
          <a:stretch>
            <a:fillRect/>
          </a:stretch>
        </p:blipFill>
        <p:spPr bwMode="auto">
          <a:xfrm>
            <a:off x="7086600" y="4419600"/>
            <a:ext cx="4699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4532" name="Line 20">
            <a:extLst>
              <a:ext uri="{FF2B5EF4-FFF2-40B4-BE49-F238E27FC236}">
                <a16:creationId xmlns:a16="http://schemas.microsoft.com/office/drawing/2014/main" id="{A2335324-95FB-4516-8708-B0DD0F131C9C}"/>
              </a:ext>
            </a:extLst>
          </p:cNvPr>
          <p:cNvSpPr>
            <a:spLocks noChangeShapeType="1"/>
          </p:cNvSpPr>
          <p:nvPr/>
        </p:nvSpPr>
        <p:spPr bwMode="auto">
          <a:xfrm flipH="1" flipV="1">
            <a:off x="7543800" y="2057400"/>
            <a:ext cx="1828800" cy="2743200"/>
          </a:xfrm>
          <a:prstGeom prst="line">
            <a:avLst/>
          </a:prstGeom>
          <a:noFill/>
          <a:ln w="9525">
            <a:solidFill>
              <a:srgbClr val="3333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533" name="Line 21">
            <a:extLst>
              <a:ext uri="{FF2B5EF4-FFF2-40B4-BE49-F238E27FC236}">
                <a16:creationId xmlns:a16="http://schemas.microsoft.com/office/drawing/2014/main" id="{BB63FF1D-76FB-45FF-935C-4A4289720784}"/>
              </a:ext>
            </a:extLst>
          </p:cNvPr>
          <p:cNvSpPr>
            <a:spLocks noChangeShapeType="1"/>
          </p:cNvSpPr>
          <p:nvPr/>
        </p:nvSpPr>
        <p:spPr bwMode="auto">
          <a:xfrm flipH="1" flipV="1">
            <a:off x="8458200" y="1981200"/>
            <a:ext cx="914400" cy="2743200"/>
          </a:xfrm>
          <a:prstGeom prst="line">
            <a:avLst/>
          </a:prstGeom>
          <a:noFill/>
          <a:ln w="9525">
            <a:solidFill>
              <a:srgbClr val="3333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534" name="Line 22">
            <a:extLst>
              <a:ext uri="{FF2B5EF4-FFF2-40B4-BE49-F238E27FC236}">
                <a16:creationId xmlns:a16="http://schemas.microsoft.com/office/drawing/2014/main" id="{7C4AA180-7896-4B58-A11A-7E7854FC6FB5}"/>
              </a:ext>
            </a:extLst>
          </p:cNvPr>
          <p:cNvSpPr>
            <a:spLocks noChangeShapeType="1"/>
          </p:cNvSpPr>
          <p:nvPr/>
        </p:nvSpPr>
        <p:spPr bwMode="auto">
          <a:xfrm flipH="1" flipV="1">
            <a:off x="7010400" y="2514600"/>
            <a:ext cx="2362200" cy="2286000"/>
          </a:xfrm>
          <a:prstGeom prst="line">
            <a:avLst/>
          </a:prstGeom>
          <a:noFill/>
          <a:ln w="9525">
            <a:solidFill>
              <a:srgbClr val="3333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537" name="Line 25">
            <a:extLst>
              <a:ext uri="{FF2B5EF4-FFF2-40B4-BE49-F238E27FC236}">
                <a16:creationId xmlns:a16="http://schemas.microsoft.com/office/drawing/2014/main" id="{B886543F-19E4-4B71-8D37-E55E33D113D1}"/>
              </a:ext>
            </a:extLst>
          </p:cNvPr>
          <p:cNvSpPr>
            <a:spLocks noChangeShapeType="1"/>
          </p:cNvSpPr>
          <p:nvPr/>
        </p:nvSpPr>
        <p:spPr bwMode="auto">
          <a:xfrm flipH="1">
            <a:off x="7086600" y="2057400"/>
            <a:ext cx="457200" cy="990600"/>
          </a:xfrm>
          <a:prstGeom prst="line">
            <a:avLst/>
          </a:prstGeom>
          <a:noFill/>
          <a:ln w="9525">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538" name="Line 26">
            <a:extLst>
              <a:ext uri="{FF2B5EF4-FFF2-40B4-BE49-F238E27FC236}">
                <a16:creationId xmlns:a16="http://schemas.microsoft.com/office/drawing/2014/main" id="{CB4BFD82-64B4-451B-AFD0-FDB398A820AD}"/>
              </a:ext>
            </a:extLst>
          </p:cNvPr>
          <p:cNvSpPr>
            <a:spLocks noChangeShapeType="1"/>
          </p:cNvSpPr>
          <p:nvPr/>
        </p:nvSpPr>
        <p:spPr bwMode="auto">
          <a:xfrm flipH="1">
            <a:off x="7162800" y="2133600"/>
            <a:ext cx="381000" cy="1600200"/>
          </a:xfrm>
          <a:prstGeom prst="line">
            <a:avLst/>
          </a:prstGeom>
          <a:noFill/>
          <a:ln w="9525">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539" name="Line 27">
            <a:extLst>
              <a:ext uri="{FF2B5EF4-FFF2-40B4-BE49-F238E27FC236}">
                <a16:creationId xmlns:a16="http://schemas.microsoft.com/office/drawing/2014/main" id="{7FFC81D7-8DA2-494F-B1FF-A73D0AD53E07}"/>
              </a:ext>
            </a:extLst>
          </p:cNvPr>
          <p:cNvSpPr>
            <a:spLocks noChangeShapeType="1"/>
          </p:cNvSpPr>
          <p:nvPr/>
        </p:nvSpPr>
        <p:spPr bwMode="auto">
          <a:xfrm flipH="1">
            <a:off x="7467600" y="2133600"/>
            <a:ext cx="76200" cy="2362200"/>
          </a:xfrm>
          <a:prstGeom prst="line">
            <a:avLst/>
          </a:prstGeom>
          <a:noFill/>
          <a:ln w="9525">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540" name="Line 28">
            <a:extLst>
              <a:ext uri="{FF2B5EF4-FFF2-40B4-BE49-F238E27FC236}">
                <a16:creationId xmlns:a16="http://schemas.microsoft.com/office/drawing/2014/main" id="{723CFCC3-4838-471D-BE22-72A74F61ED4A}"/>
              </a:ext>
            </a:extLst>
          </p:cNvPr>
          <p:cNvSpPr>
            <a:spLocks noChangeShapeType="1"/>
          </p:cNvSpPr>
          <p:nvPr/>
        </p:nvSpPr>
        <p:spPr bwMode="auto">
          <a:xfrm>
            <a:off x="7620000" y="2057400"/>
            <a:ext cx="1828800" cy="1676400"/>
          </a:xfrm>
          <a:prstGeom prst="line">
            <a:avLst/>
          </a:prstGeom>
          <a:noFill/>
          <a:ln w="9525">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541" name="Line 29">
            <a:extLst>
              <a:ext uri="{FF2B5EF4-FFF2-40B4-BE49-F238E27FC236}">
                <a16:creationId xmlns:a16="http://schemas.microsoft.com/office/drawing/2014/main" id="{B50678CB-108C-4BB7-B4ED-41196D2B2EC9}"/>
              </a:ext>
            </a:extLst>
          </p:cNvPr>
          <p:cNvSpPr>
            <a:spLocks noChangeShapeType="1"/>
          </p:cNvSpPr>
          <p:nvPr/>
        </p:nvSpPr>
        <p:spPr bwMode="auto">
          <a:xfrm>
            <a:off x="7696200" y="2057400"/>
            <a:ext cx="1676400" cy="914400"/>
          </a:xfrm>
          <a:prstGeom prst="line">
            <a:avLst/>
          </a:prstGeom>
          <a:noFill/>
          <a:ln w="9525">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542" name="Line 30">
            <a:extLst>
              <a:ext uri="{FF2B5EF4-FFF2-40B4-BE49-F238E27FC236}">
                <a16:creationId xmlns:a16="http://schemas.microsoft.com/office/drawing/2014/main" id="{808B5AE4-BAC9-41E4-825C-816FE5F38DD2}"/>
              </a:ext>
            </a:extLst>
          </p:cNvPr>
          <p:cNvSpPr>
            <a:spLocks noChangeShapeType="1"/>
          </p:cNvSpPr>
          <p:nvPr/>
        </p:nvSpPr>
        <p:spPr bwMode="auto">
          <a:xfrm>
            <a:off x="7696200" y="1981200"/>
            <a:ext cx="1295400" cy="304800"/>
          </a:xfrm>
          <a:prstGeom prst="line">
            <a:avLst/>
          </a:prstGeom>
          <a:noFill/>
          <a:ln w="9525">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543" name="Freeform 31">
            <a:extLst>
              <a:ext uri="{FF2B5EF4-FFF2-40B4-BE49-F238E27FC236}">
                <a16:creationId xmlns:a16="http://schemas.microsoft.com/office/drawing/2014/main" id="{5CD4025B-6196-4C82-82A8-6DC246EF037E}"/>
              </a:ext>
            </a:extLst>
          </p:cNvPr>
          <p:cNvSpPr>
            <a:spLocks/>
          </p:cNvSpPr>
          <p:nvPr/>
        </p:nvSpPr>
        <p:spPr bwMode="auto">
          <a:xfrm rot="10193790">
            <a:off x="7212013" y="1978025"/>
            <a:ext cx="1695450" cy="1708150"/>
          </a:xfrm>
          <a:custGeom>
            <a:avLst/>
            <a:gdLst>
              <a:gd name="T0" fmla="*/ 846 w 1051"/>
              <a:gd name="T1" fmla="*/ 55 h 834"/>
              <a:gd name="T2" fmla="*/ 746 w 1051"/>
              <a:gd name="T3" fmla="*/ 0 h 834"/>
              <a:gd name="T4" fmla="*/ 398 w 1051"/>
              <a:gd name="T5" fmla="*/ 46 h 834"/>
              <a:gd name="T6" fmla="*/ 270 w 1051"/>
              <a:gd name="T7" fmla="*/ 83 h 834"/>
              <a:gd name="T8" fmla="*/ 69 w 1051"/>
              <a:gd name="T9" fmla="*/ 293 h 834"/>
              <a:gd name="T10" fmla="*/ 106 w 1051"/>
              <a:gd name="T11" fmla="*/ 640 h 834"/>
              <a:gd name="T12" fmla="*/ 115 w 1051"/>
              <a:gd name="T13" fmla="*/ 668 h 834"/>
              <a:gd name="T14" fmla="*/ 142 w 1051"/>
              <a:gd name="T15" fmla="*/ 677 h 834"/>
              <a:gd name="T16" fmla="*/ 188 w 1051"/>
              <a:gd name="T17" fmla="*/ 704 h 834"/>
              <a:gd name="T18" fmla="*/ 316 w 1051"/>
              <a:gd name="T19" fmla="*/ 759 h 834"/>
              <a:gd name="T20" fmla="*/ 791 w 1051"/>
              <a:gd name="T21" fmla="*/ 777 h 834"/>
              <a:gd name="T22" fmla="*/ 919 w 1051"/>
              <a:gd name="T23" fmla="*/ 723 h 834"/>
              <a:gd name="T24" fmla="*/ 965 w 1051"/>
              <a:gd name="T25" fmla="*/ 677 h 834"/>
              <a:gd name="T26" fmla="*/ 1029 w 1051"/>
              <a:gd name="T27" fmla="*/ 503 h 834"/>
              <a:gd name="T28" fmla="*/ 974 w 1051"/>
              <a:gd name="T29" fmla="*/ 201 h 834"/>
              <a:gd name="T30" fmla="*/ 901 w 1051"/>
              <a:gd name="T31" fmla="*/ 119 h 834"/>
              <a:gd name="T32" fmla="*/ 846 w 1051"/>
              <a:gd name="T33" fmla="*/ 55 h 8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51" h="834">
                <a:moveTo>
                  <a:pt x="846" y="55"/>
                </a:moveTo>
                <a:cubicBezTo>
                  <a:pt x="757" y="42"/>
                  <a:pt x="796" y="53"/>
                  <a:pt x="746" y="0"/>
                </a:cubicBezTo>
                <a:cubicBezTo>
                  <a:pt x="625" y="25"/>
                  <a:pt x="523" y="39"/>
                  <a:pt x="398" y="46"/>
                </a:cubicBezTo>
                <a:cubicBezTo>
                  <a:pt x="351" y="69"/>
                  <a:pt x="324" y="75"/>
                  <a:pt x="270" y="83"/>
                </a:cubicBezTo>
                <a:cubicBezTo>
                  <a:pt x="189" y="140"/>
                  <a:pt x="140" y="222"/>
                  <a:pt x="69" y="293"/>
                </a:cubicBezTo>
                <a:cubicBezTo>
                  <a:pt x="39" y="384"/>
                  <a:pt x="0" y="606"/>
                  <a:pt x="106" y="640"/>
                </a:cubicBezTo>
                <a:cubicBezTo>
                  <a:pt x="109" y="649"/>
                  <a:pt x="108" y="661"/>
                  <a:pt x="115" y="668"/>
                </a:cubicBezTo>
                <a:cubicBezTo>
                  <a:pt x="122" y="675"/>
                  <a:pt x="134" y="672"/>
                  <a:pt x="142" y="677"/>
                </a:cubicBezTo>
                <a:cubicBezTo>
                  <a:pt x="205" y="714"/>
                  <a:pt x="113" y="679"/>
                  <a:pt x="188" y="704"/>
                </a:cubicBezTo>
                <a:cubicBezTo>
                  <a:pt x="229" y="733"/>
                  <a:pt x="268" y="747"/>
                  <a:pt x="316" y="759"/>
                </a:cubicBezTo>
                <a:cubicBezTo>
                  <a:pt x="428" y="834"/>
                  <a:pt x="768" y="778"/>
                  <a:pt x="791" y="777"/>
                </a:cubicBezTo>
                <a:cubicBezTo>
                  <a:pt x="840" y="767"/>
                  <a:pt x="880" y="757"/>
                  <a:pt x="919" y="723"/>
                </a:cubicBezTo>
                <a:cubicBezTo>
                  <a:pt x="935" y="709"/>
                  <a:pt x="965" y="677"/>
                  <a:pt x="965" y="677"/>
                </a:cubicBezTo>
                <a:cubicBezTo>
                  <a:pt x="985" y="615"/>
                  <a:pt x="1016" y="568"/>
                  <a:pt x="1029" y="503"/>
                </a:cubicBezTo>
                <a:cubicBezTo>
                  <a:pt x="1025" y="403"/>
                  <a:pt x="1051" y="278"/>
                  <a:pt x="974" y="201"/>
                </a:cubicBezTo>
                <a:cubicBezTo>
                  <a:pt x="954" y="141"/>
                  <a:pt x="964" y="134"/>
                  <a:pt x="901" y="119"/>
                </a:cubicBezTo>
                <a:cubicBezTo>
                  <a:pt x="876" y="82"/>
                  <a:pt x="889" y="69"/>
                  <a:pt x="846" y="55"/>
                </a:cubicBezTo>
                <a:close/>
              </a:path>
            </a:pathLst>
          </a:custGeom>
          <a:noFill/>
          <a:ln w="9525">
            <a:solidFill>
              <a:schemeClr val="tx1"/>
            </a:solidFill>
            <a:round/>
            <a:headEnd/>
            <a:tailEnd/>
          </a:ln>
          <a:effectLst/>
          <a:extLst>
            <a:ext uri="{909E8E84-426E-40DD-AFC4-6F175D3DCCD1}">
              <a14:hiddenFill xmlns:a14="http://schemas.microsoft.com/office/drawing/2010/main">
                <a:solidFill>
                  <a:srgbClr val="DDDDDD"/>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546" name="Text Box 34">
            <a:extLst>
              <a:ext uri="{FF2B5EF4-FFF2-40B4-BE49-F238E27FC236}">
                <a16:creationId xmlns:a16="http://schemas.microsoft.com/office/drawing/2014/main" id="{E4218891-07DF-4BD7-8217-3493C08FA536}"/>
              </a:ext>
            </a:extLst>
          </p:cNvPr>
          <p:cNvSpPr txBox="1">
            <a:spLocks noChangeArrowheads="1"/>
          </p:cNvSpPr>
          <p:nvPr/>
        </p:nvSpPr>
        <p:spPr bwMode="auto">
          <a:xfrm>
            <a:off x="1981200" y="5867400"/>
            <a:ext cx="8305800" cy="4385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900">
                <a:solidFill>
                  <a:srgbClr val="C0C0C0"/>
                </a:solidFill>
                <a:latin typeface="Arial" panose="020B0604020202020204" pitchFamily="34" charset="0"/>
              </a:rPr>
              <a:t>Denial of Service</a:t>
            </a:r>
            <a:r>
              <a:rPr lang="en-US" altLang="en-US" sz="900">
                <a:latin typeface="Arial" panose="020B0604020202020204" pitchFamily="34" charset="0"/>
              </a:rPr>
              <a:t>	</a:t>
            </a:r>
            <a:r>
              <a:rPr lang="en-US" altLang="en-US" sz="900">
                <a:solidFill>
                  <a:srgbClr val="FF0000"/>
                </a:solidFill>
                <a:latin typeface="Arial" panose="020B0604020202020204" pitchFamily="34" charset="0"/>
              </a:rPr>
              <a:t>DDoS Attacks</a:t>
            </a:r>
            <a:r>
              <a:rPr lang="en-US" altLang="en-US" sz="900">
                <a:latin typeface="Arial" panose="020B0604020202020204" pitchFamily="34" charset="0"/>
              </a:rPr>
              <a:t>		</a:t>
            </a:r>
            <a:r>
              <a:rPr lang="en-US" altLang="en-US" sz="900">
                <a:solidFill>
                  <a:srgbClr val="C0C0C0"/>
                </a:solidFill>
                <a:latin typeface="Arial" panose="020B0604020202020204" pitchFamily="34" charset="0"/>
              </a:rPr>
              <a:t>Solutions to DDoS Attacks	Performance of Queuing algorithms under</a:t>
            </a:r>
          </a:p>
          <a:p>
            <a:pPr>
              <a:spcBef>
                <a:spcPct val="50000"/>
              </a:spcBef>
            </a:pPr>
            <a:r>
              <a:rPr lang="en-US" altLang="en-US" sz="900">
                <a:solidFill>
                  <a:srgbClr val="C0C0C0"/>
                </a:solidFill>
                <a:latin typeface="Arial" panose="020B0604020202020204" pitchFamily="34" charset="0"/>
              </a:rPr>
              <a:t>						DDoS Attack</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451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4515">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451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4522"/>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64515">
                                            <p:txEl>
                                              <p:pRg st="2" end="2"/>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4517"/>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4523"/>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4524"/>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64515">
                                            <p:txEl>
                                              <p:pRg st="3" end="3"/>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4518"/>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64526"/>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64530"/>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64529"/>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64528"/>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64527"/>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nodeType="clickEffect">
                                  <p:stCondLst>
                                    <p:cond delay="0"/>
                                  </p:stCondLst>
                                  <p:childTnLst>
                                    <p:set>
                                      <p:cBhvr>
                                        <p:cTn id="42" dur="1" fill="hold">
                                          <p:stCondLst>
                                            <p:cond delay="0"/>
                                          </p:stCondLst>
                                        </p:cTn>
                                        <p:tgtEl>
                                          <p:spTgt spid="64515">
                                            <p:txEl>
                                              <p:pRg st="4" end="4"/>
                                            </p:txEl>
                                          </p:spTgt>
                                        </p:tgtEl>
                                        <p:attrNameLst>
                                          <p:attrName>style.visibility</p:attrName>
                                        </p:attrNameLst>
                                      </p:cBhvr>
                                      <p:to>
                                        <p:strVal val="visible"/>
                                      </p:to>
                                    </p:set>
                                  </p:childTnLst>
                                </p:cTn>
                              </p:par>
                              <p:par>
                                <p:cTn id="43" presetID="1" presetClass="exit" presetSubtype="0" fill="hold" nodeType="withEffect">
                                  <p:stCondLst>
                                    <p:cond delay="0"/>
                                  </p:stCondLst>
                                  <p:childTnLst>
                                    <p:set>
                                      <p:cBhvr>
                                        <p:cTn id="44" dur="1" fill="hold">
                                          <p:stCondLst>
                                            <p:cond delay="0"/>
                                          </p:stCondLst>
                                        </p:cTn>
                                        <p:tgtEl>
                                          <p:spTgt spid="64518"/>
                                        </p:tgtEl>
                                        <p:attrNameLst>
                                          <p:attrName>style.visibility</p:attrName>
                                        </p:attrNameLst>
                                      </p:cBhvr>
                                      <p:to>
                                        <p:strVal val="hidden"/>
                                      </p:to>
                                    </p:set>
                                  </p:childTnLst>
                                </p:cTn>
                              </p:par>
                              <p:par>
                                <p:cTn id="45" presetID="1" presetClass="exit" presetSubtype="0" fill="hold" nodeType="withEffect">
                                  <p:stCondLst>
                                    <p:cond delay="0"/>
                                  </p:stCondLst>
                                  <p:childTnLst>
                                    <p:set>
                                      <p:cBhvr>
                                        <p:cTn id="46" dur="1" fill="hold">
                                          <p:stCondLst>
                                            <p:cond delay="0"/>
                                          </p:stCondLst>
                                        </p:cTn>
                                        <p:tgtEl>
                                          <p:spTgt spid="64526"/>
                                        </p:tgtEl>
                                        <p:attrNameLst>
                                          <p:attrName>style.visibility</p:attrName>
                                        </p:attrNameLst>
                                      </p:cBhvr>
                                      <p:to>
                                        <p:strVal val="hidden"/>
                                      </p:to>
                                    </p:set>
                                  </p:childTnLst>
                                </p:cTn>
                              </p:par>
                              <p:par>
                                <p:cTn id="47" presetID="1" presetClass="exit" presetSubtype="0" fill="hold" nodeType="withEffect">
                                  <p:stCondLst>
                                    <p:cond delay="0"/>
                                  </p:stCondLst>
                                  <p:childTnLst>
                                    <p:set>
                                      <p:cBhvr>
                                        <p:cTn id="48" dur="1" fill="hold">
                                          <p:stCondLst>
                                            <p:cond delay="0"/>
                                          </p:stCondLst>
                                        </p:cTn>
                                        <p:tgtEl>
                                          <p:spTgt spid="64530"/>
                                        </p:tgtEl>
                                        <p:attrNameLst>
                                          <p:attrName>style.visibility</p:attrName>
                                        </p:attrNameLst>
                                      </p:cBhvr>
                                      <p:to>
                                        <p:strVal val="hidden"/>
                                      </p:to>
                                    </p:set>
                                  </p:childTnLst>
                                </p:cTn>
                              </p:par>
                              <p:par>
                                <p:cTn id="49" presetID="1" presetClass="exit" presetSubtype="0" fill="hold" nodeType="withEffect">
                                  <p:stCondLst>
                                    <p:cond delay="0"/>
                                  </p:stCondLst>
                                  <p:childTnLst>
                                    <p:set>
                                      <p:cBhvr>
                                        <p:cTn id="50" dur="1" fill="hold">
                                          <p:stCondLst>
                                            <p:cond delay="0"/>
                                          </p:stCondLst>
                                        </p:cTn>
                                        <p:tgtEl>
                                          <p:spTgt spid="64522"/>
                                        </p:tgtEl>
                                        <p:attrNameLst>
                                          <p:attrName>style.visibility</p:attrName>
                                        </p:attrNameLst>
                                      </p:cBhvr>
                                      <p:to>
                                        <p:strVal val="hidden"/>
                                      </p:to>
                                    </p:set>
                                  </p:childTnLst>
                                </p:cTn>
                              </p:par>
                              <p:par>
                                <p:cTn id="51" presetID="1" presetClass="exit" presetSubtype="0" fill="hold" nodeType="withEffect">
                                  <p:stCondLst>
                                    <p:cond delay="0"/>
                                  </p:stCondLst>
                                  <p:childTnLst>
                                    <p:set>
                                      <p:cBhvr>
                                        <p:cTn id="52" dur="1" fill="hold">
                                          <p:stCondLst>
                                            <p:cond delay="0"/>
                                          </p:stCondLst>
                                        </p:cTn>
                                        <p:tgtEl>
                                          <p:spTgt spid="64527"/>
                                        </p:tgtEl>
                                        <p:attrNameLst>
                                          <p:attrName>style.visibility</p:attrName>
                                        </p:attrNameLst>
                                      </p:cBhvr>
                                      <p:to>
                                        <p:strVal val="hidden"/>
                                      </p:to>
                                    </p:set>
                                  </p:childTnLst>
                                </p:cTn>
                              </p:par>
                              <p:par>
                                <p:cTn id="53" presetID="1" presetClass="exit" presetSubtype="0" fill="hold" nodeType="withEffect">
                                  <p:stCondLst>
                                    <p:cond delay="0"/>
                                  </p:stCondLst>
                                  <p:childTnLst>
                                    <p:set>
                                      <p:cBhvr>
                                        <p:cTn id="54" dur="1" fill="hold">
                                          <p:stCondLst>
                                            <p:cond delay="0"/>
                                          </p:stCondLst>
                                        </p:cTn>
                                        <p:tgtEl>
                                          <p:spTgt spid="64528"/>
                                        </p:tgtEl>
                                        <p:attrNameLst>
                                          <p:attrName>style.visibility</p:attrName>
                                        </p:attrNameLst>
                                      </p:cBhvr>
                                      <p:to>
                                        <p:strVal val="hidden"/>
                                      </p:to>
                                    </p:set>
                                  </p:childTnLst>
                                </p:cTn>
                              </p:par>
                              <p:par>
                                <p:cTn id="55" presetID="1" presetClass="exit" presetSubtype="0" fill="hold" nodeType="withEffect">
                                  <p:stCondLst>
                                    <p:cond delay="0"/>
                                  </p:stCondLst>
                                  <p:childTnLst>
                                    <p:set>
                                      <p:cBhvr>
                                        <p:cTn id="56" dur="1" fill="hold">
                                          <p:stCondLst>
                                            <p:cond delay="0"/>
                                          </p:stCondLst>
                                        </p:cTn>
                                        <p:tgtEl>
                                          <p:spTgt spid="64529"/>
                                        </p:tgtEl>
                                        <p:attrNameLst>
                                          <p:attrName>style.visibility</p:attrName>
                                        </p:attrNameLst>
                                      </p:cBhvr>
                                      <p:to>
                                        <p:strVal val="hidden"/>
                                      </p:to>
                                    </p:set>
                                  </p:childTnLst>
                                </p:cTn>
                              </p:par>
                              <p:par>
                                <p:cTn id="57" presetID="1" presetClass="entr" presetSubtype="0" fill="hold" nodeType="withEffect">
                                  <p:stCondLst>
                                    <p:cond delay="0"/>
                                  </p:stCondLst>
                                  <p:childTnLst>
                                    <p:set>
                                      <p:cBhvr>
                                        <p:cTn id="58" dur="1" fill="hold">
                                          <p:stCondLst>
                                            <p:cond delay="0"/>
                                          </p:stCondLst>
                                        </p:cTn>
                                        <p:tgtEl>
                                          <p:spTgt spid="64534"/>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64532"/>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64533"/>
                                        </p:tgtEl>
                                        <p:attrNameLst>
                                          <p:attrName>style.visibility</p:attrName>
                                        </p:attrNameLst>
                                      </p:cBhvr>
                                      <p:to>
                                        <p:strVal val="visible"/>
                                      </p:to>
                                    </p:set>
                                  </p:childTnLst>
                                </p:cTn>
                              </p:par>
                            </p:childTnLst>
                          </p:cTn>
                        </p:par>
                      </p:childTnLst>
                    </p:cTn>
                  </p:par>
                  <p:par>
                    <p:cTn id="63" fill="hold" nodeType="clickPar">
                      <p:stCondLst>
                        <p:cond delay="indefinite"/>
                      </p:stCondLst>
                      <p:childTnLst>
                        <p:par>
                          <p:cTn id="64" fill="hold" nodeType="withGroup">
                            <p:stCondLst>
                              <p:cond delay="0"/>
                            </p:stCondLst>
                            <p:childTnLst>
                              <p:par>
                                <p:cTn id="65" presetID="1" presetClass="entr" presetSubtype="0" fill="hold" nodeType="clickEffect">
                                  <p:stCondLst>
                                    <p:cond delay="0"/>
                                  </p:stCondLst>
                                  <p:childTnLst>
                                    <p:set>
                                      <p:cBhvr>
                                        <p:cTn id="66" dur="1" fill="hold">
                                          <p:stCondLst>
                                            <p:cond delay="0"/>
                                          </p:stCondLst>
                                        </p:cTn>
                                        <p:tgtEl>
                                          <p:spTgt spid="64515">
                                            <p:txEl>
                                              <p:pRg st="5" end="5"/>
                                            </p:txEl>
                                          </p:spTgt>
                                        </p:tgtEl>
                                        <p:attrNameLst>
                                          <p:attrName>style.visibility</p:attrName>
                                        </p:attrNameLst>
                                      </p:cBhvr>
                                      <p:to>
                                        <p:strVal val="visible"/>
                                      </p:to>
                                    </p:set>
                                  </p:childTnLst>
                                </p:cTn>
                              </p:par>
                              <p:par>
                                <p:cTn id="67" presetID="1" presetClass="exit" presetSubtype="0" fill="hold" nodeType="withEffect">
                                  <p:stCondLst>
                                    <p:cond delay="0"/>
                                  </p:stCondLst>
                                  <p:childTnLst>
                                    <p:set>
                                      <p:cBhvr>
                                        <p:cTn id="68" dur="1" fill="hold">
                                          <p:stCondLst>
                                            <p:cond delay="0"/>
                                          </p:stCondLst>
                                        </p:cTn>
                                        <p:tgtEl>
                                          <p:spTgt spid="64534"/>
                                        </p:tgtEl>
                                        <p:attrNameLst>
                                          <p:attrName>style.visibility</p:attrName>
                                        </p:attrNameLst>
                                      </p:cBhvr>
                                      <p:to>
                                        <p:strVal val="hidden"/>
                                      </p:to>
                                    </p:set>
                                  </p:childTnLst>
                                </p:cTn>
                              </p:par>
                              <p:par>
                                <p:cTn id="69" presetID="1" presetClass="exit" presetSubtype="0" fill="hold" nodeType="withEffect">
                                  <p:stCondLst>
                                    <p:cond delay="0"/>
                                  </p:stCondLst>
                                  <p:childTnLst>
                                    <p:set>
                                      <p:cBhvr>
                                        <p:cTn id="70" dur="1" fill="hold">
                                          <p:stCondLst>
                                            <p:cond delay="0"/>
                                          </p:stCondLst>
                                        </p:cTn>
                                        <p:tgtEl>
                                          <p:spTgt spid="64533"/>
                                        </p:tgtEl>
                                        <p:attrNameLst>
                                          <p:attrName>style.visibility</p:attrName>
                                        </p:attrNameLst>
                                      </p:cBhvr>
                                      <p:to>
                                        <p:strVal val="hidden"/>
                                      </p:to>
                                    </p:set>
                                  </p:childTnLst>
                                </p:cTn>
                              </p:par>
                              <p:par>
                                <p:cTn id="71" presetID="1" presetClass="exit" presetSubtype="0" fill="hold" nodeType="withEffect">
                                  <p:stCondLst>
                                    <p:cond delay="0"/>
                                  </p:stCondLst>
                                  <p:childTnLst>
                                    <p:set>
                                      <p:cBhvr>
                                        <p:cTn id="72" dur="1" fill="hold">
                                          <p:stCondLst>
                                            <p:cond delay="0"/>
                                          </p:stCondLst>
                                        </p:cTn>
                                        <p:tgtEl>
                                          <p:spTgt spid="64524"/>
                                        </p:tgtEl>
                                        <p:attrNameLst>
                                          <p:attrName>style.visibility</p:attrName>
                                        </p:attrNameLst>
                                      </p:cBhvr>
                                      <p:to>
                                        <p:strVal val="hidden"/>
                                      </p:to>
                                    </p:set>
                                  </p:childTnLst>
                                </p:cTn>
                              </p:par>
                              <p:par>
                                <p:cTn id="73" presetID="1" presetClass="exit" presetSubtype="0" fill="hold" nodeType="withEffect">
                                  <p:stCondLst>
                                    <p:cond delay="0"/>
                                  </p:stCondLst>
                                  <p:childTnLst>
                                    <p:set>
                                      <p:cBhvr>
                                        <p:cTn id="74" dur="1" fill="hold">
                                          <p:stCondLst>
                                            <p:cond delay="0"/>
                                          </p:stCondLst>
                                        </p:cTn>
                                        <p:tgtEl>
                                          <p:spTgt spid="64517"/>
                                        </p:tgtEl>
                                        <p:attrNameLst>
                                          <p:attrName>style.visibility</p:attrName>
                                        </p:attrNameLst>
                                      </p:cBhvr>
                                      <p:to>
                                        <p:strVal val="hidden"/>
                                      </p:to>
                                    </p:set>
                                  </p:childTnLst>
                                </p:cTn>
                              </p:par>
                              <p:par>
                                <p:cTn id="75" presetID="1" presetClass="entr" presetSubtype="0" fill="hold" nodeType="withEffect">
                                  <p:stCondLst>
                                    <p:cond delay="0"/>
                                  </p:stCondLst>
                                  <p:childTnLst>
                                    <p:set>
                                      <p:cBhvr>
                                        <p:cTn id="76" dur="1" fill="hold">
                                          <p:stCondLst>
                                            <p:cond delay="0"/>
                                          </p:stCondLst>
                                        </p:cTn>
                                        <p:tgtEl>
                                          <p:spTgt spid="64537"/>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64538"/>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64539"/>
                                        </p:tgtEl>
                                        <p:attrNameLst>
                                          <p:attrName>style.visibility</p:attrName>
                                        </p:attrNameLst>
                                      </p:cBhvr>
                                      <p:to>
                                        <p:strVal val="visible"/>
                                      </p:to>
                                    </p:set>
                                  </p:childTnLst>
                                </p:cTn>
                              </p:par>
                              <p:par>
                                <p:cTn id="81" presetID="1" presetClass="entr" presetSubtype="0" fill="hold" nodeType="withEffect">
                                  <p:stCondLst>
                                    <p:cond delay="0"/>
                                  </p:stCondLst>
                                  <p:childTnLst>
                                    <p:set>
                                      <p:cBhvr>
                                        <p:cTn id="82" dur="1" fill="hold">
                                          <p:stCondLst>
                                            <p:cond delay="0"/>
                                          </p:stCondLst>
                                        </p:cTn>
                                        <p:tgtEl>
                                          <p:spTgt spid="64540"/>
                                        </p:tgtEl>
                                        <p:attrNameLst>
                                          <p:attrName>style.visibility</p:attrName>
                                        </p:attrNameLst>
                                      </p:cBhvr>
                                      <p:to>
                                        <p:strVal val="visible"/>
                                      </p:to>
                                    </p:set>
                                  </p:childTnLst>
                                </p:cTn>
                              </p:par>
                              <p:par>
                                <p:cTn id="83" presetID="1" presetClass="entr" presetSubtype="0" fill="hold" nodeType="withEffect">
                                  <p:stCondLst>
                                    <p:cond delay="0"/>
                                  </p:stCondLst>
                                  <p:childTnLst>
                                    <p:set>
                                      <p:cBhvr>
                                        <p:cTn id="84" dur="1" fill="hold">
                                          <p:stCondLst>
                                            <p:cond delay="0"/>
                                          </p:stCondLst>
                                        </p:cTn>
                                        <p:tgtEl>
                                          <p:spTgt spid="64541"/>
                                        </p:tgtEl>
                                        <p:attrNameLst>
                                          <p:attrName>style.visibility</p:attrName>
                                        </p:attrNameLst>
                                      </p:cBhvr>
                                      <p:to>
                                        <p:strVal val="visible"/>
                                      </p:to>
                                    </p:set>
                                  </p:childTnLst>
                                </p:cTn>
                              </p:par>
                              <p:par>
                                <p:cTn id="85" presetID="1" presetClass="entr" presetSubtype="0" fill="hold" nodeType="withEffect">
                                  <p:stCondLst>
                                    <p:cond delay="0"/>
                                  </p:stCondLst>
                                  <p:childTnLst>
                                    <p:set>
                                      <p:cBhvr>
                                        <p:cTn id="86" dur="1" fill="hold">
                                          <p:stCondLst>
                                            <p:cond delay="0"/>
                                          </p:stCondLst>
                                        </p:cTn>
                                        <p:tgtEl>
                                          <p:spTgt spid="64542"/>
                                        </p:tgtEl>
                                        <p:attrNameLst>
                                          <p:attrName>style.visibility</p:attrName>
                                        </p:attrNameLst>
                                      </p:cBhvr>
                                      <p:to>
                                        <p:strVal val="visible"/>
                                      </p:to>
                                    </p:set>
                                  </p:childTnLst>
                                </p:cTn>
                              </p:par>
                              <p:par>
                                <p:cTn id="87" presetID="1" presetClass="entr" presetSubtype="0" fill="hold" nodeType="withEffect">
                                  <p:stCondLst>
                                    <p:cond delay="0"/>
                                  </p:stCondLst>
                                  <p:childTnLst>
                                    <p:set>
                                      <p:cBhvr>
                                        <p:cTn id="88" dur="1" fill="hold">
                                          <p:stCondLst>
                                            <p:cond delay="0"/>
                                          </p:stCondLst>
                                        </p:cTn>
                                        <p:tgtEl>
                                          <p:spTgt spid="64518"/>
                                        </p:tgtEl>
                                        <p:attrNameLst>
                                          <p:attrName>style.visibility</p:attrName>
                                        </p:attrNameLst>
                                      </p:cBhvr>
                                      <p:to>
                                        <p:strVal val="visible"/>
                                      </p:to>
                                    </p:set>
                                  </p:childTnLst>
                                </p:cTn>
                              </p:par>
                              <p:par>
                                <p:cTn id="89" presetID="1" presetClass="entr" presetSubtype="0" fill="hold" nodeType="withEffect">
                                  <p:stCondLst>
                                    <p:cond delay="0"/>
                                  </p:stCondLst>
                                  <p:childTnLst>
                                    <p:set>
                                      <p:cBhvr>
                                        <p:cTn id="90" dur="1" fill="hold">
                                          <p:stCondLst>
                                            <p:cond delay="0"/>
                                          </p:stCondLst>
                                        </p:cTn>
                                        <p:tgtEl>
                                          <p:spTgt spid="64526"/>
                                        </p:tgtEl>
                                        <p:attrNameLst>
                                          <p:attrName>style.visibility</p:attrName>
                                        </p:attrNameLst>
                                      </p:cBhvr>
                                      <p:to>
                                        <p:strVal val="visible"/>
                                      </p:to>
                                    </p:set>
                                  </p:childTnLst>
                                </p:cTn>
                              </p:par>
                              <p:par>
                                <p:cTn id="91" presetID="1" presetClass="entr" presetSubtype="0" fill="hold" nodeType="withEffect">
                                  <p:stCondLst>
                                    <p:cond delay="0"/>
                                  </p:stCondLst>
                                  <p:childTnLst>
                                    <p:set>
                                      <p:cBhvr>
                                        <p:cTn id="92" dur="1" fill="hold">
                                          <p:stCondLst>
                                            <p:cond delay="0"/>
                                          </p:stCondLst>
                                        </p:cTn>
                                        <p:tgtEl>
                                          <p:spTgt spid="64530"/>
                                        </p:tgtEl>
                                        <p:attrNameLst>
                                          <p:attrName>style.visibility</p:attrName>
                                        </p:attrNameLst>
                                      </p:cBhvr>
                                      <p:to>
                                        <p:strVal val="visible"/>
                                      </p:to>
                                    </p:set>
                                  </p:childTnLst>
                                </p:cTn>
                              </p:par>
                              <p:par>
                                <p:cTn id="93" presetID="1" presetClass="entr" presetSubtype="0" fill="hold" nodeType="withEffect">
                                  <p:stCondLst>
                                    <p:cond delay="0"/>
                                  </p:stCondLst>
                                  <p:childTnLst>
                                    <p:set>
                                      <p:cBhvr>
                                        <p:cTn id="94" dur="1" fill="hold">
                                          <p:stCondLst>
                                            <p:cond delay="0"/>
                                          </p:stCondLst>
                                        </p:cTn>
                                        <p:tgtEl>
                                          <p:spTgt spid="64527"/>
                                        </p:tgtEl>
                                        <p:attrNameLst>
                                          <p:attrName>style.visibility</p:attrName>
                                        </p:attrNameLst>
                                      </p:cBhvr>
                                      <p:to>
                                        <p:strVal val="visible"/>
                                      </p:to>
                                    </p:set>
                                  </p:childTnLst>
                                </p:cTn>
                              </p:par>
                              <p:par>
                                <p:cTn id="95" presetID="1" presetClass="entr" presetSubtype="0" fill="hold" nodeType="withEffect">
                                  <p:stCondLst>
                                    <p:cond delay="0"/>
                                  </p:stCondLst>
                                  <p:childTnLst>
                                    <p:set>
                                      <p:cBhvr>
                                        <p:cTn id="96" dur="1" fill="hold">
                                          <p:stCondLst>
                                            <p:cond delay="0"/>
                                          </p:stCondLst>
                                        </p:cTn>
                                        <p:tgtEl>
                                          <p:spTgt spid="64528"/>
                                        </p:tgtEl>
                                        <p:attrNameLst>
                                          <p:attrName>style.visibility</p:attrName>
                                        </p:attrNameLst>
                                      </p:cBhvr>
                                      <p:to>
                                        <p:strVal val="visible"/>
                                      </p:to>
                                    </p:set>
                                  </p:childTnLst>
                                </p:cTn>
                              </p:par>
                              <p:par>
                                <p:cTn id="97" presetID="1" presetClass="entr" presetSubtype="0" fill="hold" nodeType="withEffect">
                                  <p:stCondLst>
                                    <p:cond delay="0"/>
                                  </p:stCondLst>
                                  <p:childTnLst>
                                    <p:set>
                                      <p:cBhvr>
                                        <p:cTn id="98" dur="1" fill="hold">
                                          <p:stCondLst>
                                            <p:cond delay="0"/>
                                          </p:stCondLst>
                                        </p:cTn>
                                        <p:tgtEl>
                                          <p:spTgt spid="64529"/>
                                        </p:tgtEl>
                                        <p:attrNameLst>
                                          <p:attrName>style.visibility</p:attrName>
                                        </p:attrNameLst>
                                      </p:cBhvr>
                                      <p:to>
                                        <p:strVal val="visible"/>
                                      </p:to>
                                    </p:set>
                                  </p:childTnLst>
                                </p:cTn>
                              </p:par>
                              <p:par>
                                <p:cTn id="99" presetID="1" presetClass="entr" presetSubtype="0" fill="hold" nodeType="withEffect">
                                  <p:stCondLst>
                                    <p:cond delay="0"/>
                                  </p:stCondLst>
                                  <p:childTnLst>
                                    <p:set>
                                      <p:cBhvr>
                                        <p:cTn id="100" dur="1" fill="hold">
                                          <p:stCondLst>
                                            <p:cond delay="0"/>
                                          </p:stCondLst>
                                        </p:cTn>
                                        <p:tgtEl>
                                          <p:spTgt spid="645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43" name="Rectangle 7">
            <a:extLst>
              <a:ext uri="{FF2B5EF4-FFF2-40B4-BE49-F238E27FC236}">
                <a16:creationId xmlns:a16="http://schemas.microsoft.com/office/drawing/2014/main" id="{3A90155A-A945-438F-88F6-8B71837B054D}"/>
              </a:ext>
            </a:extLst>
          </p:cNvPr>
          <p:cNvSpPr>
            <a:spLocks noGrp="1" noChangeArrowheads="1"/>
          </p:cNvSpPr>
          <p:nvPr>
            <p:ph type="title"/>
          </p:nvPr>
        </p:nvSpPr>
        <p:spPr bwMode="white">
          <a:xfrm>
            <a:off x="2362200" y="533400"/>
            <a:ext cx="7772400" cy="990600"/>
          </a:xfr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tx1"/>
                  </a:outerShdw>
                </a:effectLst>
              </a14:hiddenEffects>
            </a:ext>
          </a:extLst>
        </p:spPr>
        <p:txBody>
          <a:bodyPr vert="horz" wrap="square" lIns="91440" tIns="45720" rIns="91440" bIns="45720" numCol="1" rtlCol="0" anchor="ctr" anchorCtr="0" compatLnSpc="1">
            <a:prstTxWarp prst="textNoShape">
              <a:avLst/>
            </a:prstTxWarp>
            <a:normAutofit/>
          </a:bodyPr>
          <a:lstStyle/>
          <a:p>
            <a:r>
              <a:rPr lang="en-US" altLang="en-US" sz="2400"/>
              <a:t>Typical Distributed Denial of Service (DDoS) Attacks</a:t>
            </a:r>
            <a:br>
              <a:rPr lang="en-US" altLang="en-US" sz="2400"/>
            </a:br>
            <a:r>
              <a:rPr lang="en-US" altLang="en-US" sz="1600"/>
              <a:t>(contd..)</a:t>
            </a:r>
          </a:p>
        </p:txBody>
      </p:sp>
      <p:sp>
        <p:nvSpPr>
          <p:cNvPr id="65544" name="Rectangle 8">
            <a:extLst>
              <a:ext uri="{FF2B5EF4-FFF2-40B4-BE49-F238E27FC236}">
                <a16:creationId xmlns:a16="http://schemas.microsoft.com/office/drawing/2014/main" id="{430C4CFC-BD15-40E7-A28A-62D4E46C72D1}"/>
              </a:ext>
            </a:extLst>
          </p:cNvPr>
          <p:cNvSpPr>
            <a:spLocks noGrp="1" noChangeArrowheads="1"/>
          </p:cNvSpPr>
          <p:nvPr>
            <p:ph sz="quarter" idx="1"/>
          </p:nvPr>
        </p:nvSpPr>
        <p:spPr bwMode="auto">
          <a:xfrm>
            <a:off x="1032387" y="1600200"/>
            <a:ext cx="5216013" cy="3962400"/>
          </a:xfr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Autofit/>
          </a:bodyPr>
          <a:lstStyle/>
          <a:p>
            <a:pPr>
              <a:buFont typeface="Century Gothic" panose="020B0502020202020204" pitchFamily="34" charset="0"/>
              <a:buNone/>
            </a:pPr>
            <a:r>
              <a:rPr lang="en-US" altLang="en-US" sz="2200" dirty="0">
                <a:solidFill>
                  <a:schemeClr val="bg2"/>
                </a:solidFill>
                <a:latin typeface="Times New Roman" pitchFamily="18" charset="0"/>
                <a:cs typeface="Times New Roman" pitchFamily="18" charset="0"/>
              </a:rPr>
              <a:t>With attack network ready</a:t>
            </a:r>
          </a:p>
          <a:p>
            <a:r>
              <a:rPr lang="en-US" altLang="en-US" sz="2200" dirty="0">
                <a:solidFill>
                  <a:schemeClr val="bg2"/>
                </a:solidFill>
                <a:latin typeface="Times New Roman" pitchFamily="18" charset="0"/>
                <a:cs typeface="Times New Roman" pitchFamily="18" charset="0"/>
              </a:rPr>
              <a:t>Attack hosts launch an ‘attack’ command with</a:t>
            </a:r>
          </a:p>
          <a:p>
            <a:pPr lvl="1"/>
            <a:r>
              <a:rPr lang="en-US" altLang="en-US" sz="2200" dirty="0">
                <a:solidFill>
                  <a:schemeClr val="bg2"/>
                </a:solidFill>
                <a:latin typeface="Times New Roman" pitchFamily="18" charset="0"/>
                <a:cs typeface="Times New Roman" pitchFamily="18" charset="0"/>
              </a:rPr>
              <a:t>victim’s address</a:t>
            </a:r>
          </a:p>
          <a:p>
            <a:pPr lvl="1"/>
            <a:r>
              <a:rPr lang="en-US" altLang="en-US" sz="2200" dirty="0">
                <a:solidFill>
                  <a:schemeClr val="bg2"/>
                </a:solidFill>
                <a:latin typeface="Times New Roman" pitchFamily="18" charset="0"/>
                <a:cs typeface="Times New Roman" pitchFamily="18" charset="0"/>
              </a:rPr>
              <a:t>attack duration</a:t>
            </a:r>
          </a:p>
          <a:p>
            <a:pPr lvl="1"/>
            <a:r>
              <a:rPr lang="en-US" altLang="en-US" sz="2200" dirty="0">
                <a:solidFill>
                  <a:schemeClr val="bg2"/>
                </a:solidFill>
                <a:latin typeface="Times New Roman" pitchFamily="18" charset="0"/>
                <a:cs typeface="Times New Roman" pitchFamily="18" charset="0"/>
              </a:rPr>
              <a:t>attack method, </a:t>
            </a:r>
            <a:r>
              <a:rPr lang="en-US" altLang="en-US" sz="2200" dirty="0" err="1">
                <a:solidFill>
                  <a:schemeClr val="bg2"/>
                </a:solidFill>
                <a:latin typeface="Times New Roman" pitchFamily="18" charset="0"/>
                <a:cs typeface="Times New Roman" pitchFamily="18" charset="0"/>
              </a:rPr>
              <a:t>etc</a:t>
            </a:r>
            <a:endParaRPr lang="en-US" altLang="en-US" sz="2200" dirty="0">
              <a:solidFill>
                <a:schemeClr val="bg2"/>
              </a:solidFill>
              <a:latin typeface="Times New Roman" pitchFamily="18" charset="0"/>
              <a:cs typeface="Times New Roman" pitchFamily="18" charset="0"/>
            </a:endParaRPr>
          </a:p>
          <a:p>
            <a:r>
              <a:rPr lang="en-US" altLang="en-US" sz="2200" dirty="0">
                <a:solidFill>
                  <a:schemeClr val="bg2"/>
                </a:solidFill>
                <a:latin typeface="Times New Roman" pitchFamily="18" charset="0"/>
                <a:cs typeface="Times New Roman" pitchFamily="18" charset="0"/>
              </a:rPr>
              <a:t>Master program propagates the command to the attack daemons under its control</a:t>
            </a:r>
          </a:p>
          <a:p>
            <a:r>
              <a:rPr lang="en-US" altLang="en-US" sz="2200" dirty="0">
                <a:solidFill>
                  <a:schemeClr val="bg2"/>
                </a:solidFill>
                <a:latin typeface="Times New Roman" pitchFamily="18" charset="0"/>
                <a:cs typeface="Times New Roman" pitchFamily="18" charset="0"/>
              </a:rPr>
              <a:t>Upon receiving the attack command daemons begin the attack on the victim</a:t>
            </a:r>
          </a:p>
        </p:txBody>
      </p:sp>
      <p:sp>
        <p:nvSpPr>
          <p:cNvPr id="33" name="Slide Number Placeholder 4">
            <a:extLst>
              <a:ext uri="{FF2B5EF4-FFF2-40B4-BE49-F238E27FC236}">
                <a16:creationId xmlns:a16="http://schemas.microsoft.com/office/drawing/2014/main" id="{828CA846-F7C2-4CFE-B94B-635ECA69F483}"/>
              </a:ext>
            </a:extLst>
          </p:cNvPr>
          <p:cNvSpPr>
            <a:spLocks noGrp="1"/>
          </p:cNvSpPr>
          <p:nvPr>
            <p:ph type="sldNum" sz="quarter" idx="4294967295"/>
          </p:nvPr>
        </p:nvSpPr>
        <p:spPr>
          <a:xfrm>
            <a:off x="10838688" y="5734050"/>
            <a:ext cx="812800" cy="521208"/>
          </a:xfrm>
          <a:prstGeom prst="rect">
            <a:avLst/>
          </a:prstGeom>
        </p:spPr>
        <p:txBody>
          <a:bodyPr/>
          <a:lstStyle/>
          <a:p>
            <a:fld id="{0C672A4B-84A4-4C29-816D-2DAC8B83144A}" type="slidenum">
              <a:rPr lang="en-US" altLang="en-US"/>
              <a:pPr/>
              <a:t>48</a:t>
            </a:fld>
            <a:endParaRPr lang="en-US" altLang="en-US"/>
          </a:p>
        </p:txBody>
      </p:sp>
      <p:pic>
        <p:nvPicPr>
          <p:cNvPr id="65542" name="Picture 6" descr="j0409652">
            <a:extLst>
              <a:ext uri="{FF2B5EF4-FFF2-40B4-BE49-F238E27FC236}">
                <a16:creationId xmlns:a16="http://schemas.microsoft.com/office/drawing/2014/main" id="{386B22B1-214A-4CEB-8D68-58518104F624}"/>
              </a:ext>
            </a:extLst>
          </p:cNvPr>
          <p:cNvPicPr>
            <a:picLocks noChangeAspect="1" noChangeArrowheads="1"/>
          </p:cNvPicPr>
          <p:nvPr/>
        </p:nvPicPr>
        <p:blipFill>
          <a:blip r:embed="rId2" cstate="hqprint">
            <a:clrChange>
              <a:clrFrom>
                <a:srgbClr val="DAE1E9"/>
              </a:clrFrom>
              <a:clrTo>
                <a:srgbClr val="DAE1E9">
                  <a:alpha val="0"/>
                </a:srgbClr>
              </a:clrTo>
            </a:clrChange>
            <a:extLst>
              <a:ext uri="{28A0092B-C50C-407E-A947-70E740481C1C}">
                <a14:useLocalDpi xmlns:a14="http://schemas.microsoft.com/office/drawing/2010/main" val="0"/>
              </a:ext>
            </a:extLst>
          </a:blip>
          <a:srcRect/>
          <a:stretch>
            <a:fillRect/>
          </a:stretch>
        </p:blipFill>
        <p:spPr bwMode="auto">
          <a:xfrm>
            <a:off x="7924800" y="5105400"/>
            <a:ext cx="457200" cy="457200"/>
          </a:xfrm>
          <a:prstGeom prst="rect">
            <a:avLst/>
          </a:prstGeom>
          <a:noFill/>
          <a:extLst>
            <a:ext uri="{909E8E84-426E-40DD-AFC4-6F175D3DCCD1}">
              <a14:hiddenFill xmlns:a14="http://schemas.microsoft.com/office/drawing/2010/main">
                <a:solidFill>
                  <a:srgbClr val="FFFFFF"/>
                </a:solidFill>
              </a14:hiddenFill>
            </a:ext>
          </a:extLst>
        </p:spPr>
      </p:pic>
      <p:pic>
        <p:nvPicPr>
          <p:cNvPr id="65545" name="Picture 9">
            <a:extLst>
              <a:ext uri="{FF2B5EF4-FFF2-40B4-BE49-F238E27FC236}">
                <a16:creationId xmlns:a16="http://schemas.microsoft.com/office/drawing/2014/main" id="{1075782A-FE17-464D-9699-3EBD377B136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58333" t="27777" r="33334" b="58334"/>
          <a:stretch>
            <a:fillRect/>
          </a:stretch>
        </p:blipFill>
        <p:spPr bwMode="auto">
          <a:xfrm>
            <a:off x="6705600" y="2133600"/>
            <a:ext cx="3048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5546" name="Picture 10">
            <a:extLst>
              <a:ext uri="{FF2B5EF4-FFF2-40B4-BE49-F238E27FC236}">
                <a16:creationId xmlns:a16="http://schemas.microsoft.com/office/drawing/2014/main" id="{C39EE38D-B571-4037-B269-48CEC5BF127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83479" t="45602" r="3999" b="35558"/>
          <a:stretch>
            <a:fillRect/>
          </a:stretch>
        </p:blipFill>
        <p:spPr bwMode="auto">
          <a:xfrm>
            <a:off x="6705600" y="2895600"/>
            <a:ext cx="4699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5547" name="Picture 11">
            <a:extLst>
              <a:ext uri="{FF2B5EF4-FFF2-40B4-BE49-F238E27FC236}">
                <a16:creationId xmlns:a16="http://schemas.microsoft.com/office/drawing/2014/main" id="{B9A49496-3447-4D36-9E05-91D510EB8A9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l="55850" t="58621" r="31429" b="29265"/>
          <a:stretch>
            <a:fillRect/>
          </a:stretch>
        </p:blipFill>
        <p:spPr bwMode="auto">
          <a:xfrm>
            <a:off x="9448800" y="4724401"/>
            <a:ext cx="458788" cy="327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5549" name="Picture 13">
            <a:extLst>
              <a:ext uri="{FF2B5EF4-FFF2-40B4-BE49-F238E27FC236}">
                <a16:creationId xmlns:a16="http://schemas.microsoft.com/office/drawing/2014/main" id="{94A27978-DFEC-49F3-BB39-7EB7B572A19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58333" t="27777" r="33334" b="58334"/>
          <a:stretch>
            <a:fillRect/>
          </a:stretch>
        </p:blipFill>
        <p:spPr bwMode="auto">
          <a:xfrm>
            <a:off x="7315200" y="1600200"/>
            <a:ext cx="3048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5550" name="Picture 14">
            <a:extLst>
              <a:ext uri="{FF2B5EF4-FFF2-40B4-BE49-F238E27FC236}">
                <a16:creationId xmlns:a16="http://schemas.microsoft.com/office/drawing/2014/main" id="{79B496C2-4AE7-4851-BBBE-10E010ED595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58333" t="27777" r="33334" b="58334"/>
          <a:stretch>
            <a:fillRect/>
          </a:stretch>
        </p:blipFill>
        <p:spPr bwMode="auto">
          <a:xfrm>
            <a:off x="8305800" y="1524000"/>
            <a:ext cx="3048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5551" name="Picture 15">
            <a:extLst>
              <a:ext uri="{FF2B5EF4-FFF2-40B4-BE49-F238E27FC236}">
                <a16:creationId xmlns:a16="http://schemas.microsoft.com/office/drawing/2014/main" id="{A69D3DB0-D95F-4D6F-8B2C-B93A6843DB3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83479" t="45602" r="3999" b="35558"/>
          <a:stretch>
            <a:fillRect/>
          </a:stretch>
        </p:blipFill>
        <p:spPr bwMode="auto">
          <a:xfrm>
            <a:off x="6858000" y="3581400"/>
            <a:ext cx="4699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5552" name="Picture 16">
            <a:extLst>
              <a:ext uri="{FF2B5EF4-FFF2-40B4-BE49-F238E27FC236}">
                <a16:creationId xmlns:a16="http://schemas.microsoft.com/office/drawing/2014/main" id="{8B262510-DF4C-40B4-9EBF-020964BA014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83479" t="45602" r="3999" b="35558"/>
          <a:stretch>
            <a:fillRect/>
          </a:stretch>
        </p:blipFill>
        <p:spPr bwMode="auto">
          <a:xfrm>
            <a:off x="9448800" y="3581400"/>
            <a:ext cx="4699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5553" name="Picture 17">
            <a:extLst>
              <a:ext uri="{FF2B5EF4-FFF2-40B4-BE49-F238E27FC236}">
                <a16:creationId xmlns:a16="http://schemas.microsoft.com/office/drawing/2014/main" id="{F256B109-F776-4777-8653-76FB4A8B982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83479" t="45602" r="3999" b="35558"/>
          <a:stretch>
            <a:fillRect/>
          </a:stretch>
        </p:blipFill>
        <p:spPr bwMode="auto">
          <a:xfrm>
            <a:off x="9448800" y="2819400"/>
            <a:ext cx="4699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5554" name="Picture 18">
            <a:extLst>
              <a:ext uri="{FF2B5EF4-FFF2-40B4-BE49-F238E27FC236}">
                <a16:creationId xmlns:a16="http://schemas.microsoft.com/office/drawing/2014/main" id="{76BB5909-4084-44F7-828A-9925C125728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83479" t="45602" r="3999" b="35558"/>
          <a:stretch>
            <a:fillRect/>
          </a:stretch>
        </p:blipFill>
        <p:spPr bwMode="auto">
          <a:xfrm>
            <a:off x="9067800" y="1981200"/>
            <a:ext cx="4699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5555" name="Picture 19">
            <a:extLst>
              <a:ext uri="{FF2B5EF4-FFF2-40B4-BE49-F238E27FC236}">
                <a16:creationId xmlns:a16="http://schemas.microsoft.com/office/drawing/2014/main" id="{81BEE0FC-52F5-497B-B6F5-295BEF6E2E9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83479" t="45602" r="3999" b="35558"/>
          <a:stretch>
            <a:fillRect/>
          </a:stretch>
        </p:blipFill>
        <p:spPr bwMode="auto">
          <a:xfrm>
            <a:off x="7086600" y="4419600"/>
            <a:ext cx="4699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5556" name="Line 20">
            <a:extLst>
              <a:ext uri="{FF2B5EF4-FFF2-40B4-BE49-F238E27FC236}">
                <a16:creationId xmlns:a16="http://schemas.microsoft.com/office/drawing/2014/main" id="{885D8485-13FD-46A4-BBD0-EA7AC1563D1A}"/>
              </a:ext>
            </a:extLst>
          </p:cNvPr>
          <p:cNvSpPr>
            <a:spLocks noChangeShapeType="1"/>
          </p:cNvSpPr>
          <p:nvPr/>
        </p:nvSpPr>
        <p:spPr bwMode="auto">
          <a:xfrm flipH="1" flipV="1">
            <a:off x="7543800" y="2057400"/>
            <a:ext cx="1828800" cy="2743200"/>
          </a:xfrm>
          <a:prstGeom prst="line">
            <a:avLst/>
          </a:prstGeom>
          <a:noFill/>
          <a:ln w="9525">
            <a:solidFill>
              <a:srgbClr val="3333CC"/>
            </a:solidFill>
            <a:prstDash val="dash"/>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557" name="Line 21">
            <a:extLst>
              <a:ext uri="{FF2B5EF4-FFF2-40B4-BE49-F238E27FC236}">
                <a16:creationId xmlns:a16="http://schemas.microsoft.com/office/drawing/2014/main" id="{4D4DDD6B-7487-4874-8212-ED79523E791B}"/>
              </a:ext>
            </a:extLst>
          </p:cNvPr>
          <p:cNvSpPr>
            <a:spLocks noChangeShapeType="1"/>
          </p:cNvSpPr>
          <p:nvPr/>
        </p:nvSpPr>
        <p:spPr bwMode="auto">
          <a:xfrm flipH="1" flipV="1">
            <a:off x="8458200" y="1981200"/>
            <a:ext cx="914400" cy="2743200"/>
          </a:xfrm>
          <a:prstGeom prst="line">
            <a:avLst/>
          </a:prstGeom>
          <a:noFill/>
          <a:ln w="9525">
            <a:solidFill>
              <a:srgbClr val="3333CC"/>
            </a:solidFill>
            <a:prstDash val="dash"/>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558" name="Line 22">
            <a:extLst>
              <a:ext uri="{FF2B5EF4-FFF2-40B4-BE49-F238E27FC236}">
                <a16:creationId xmlns:a16="http://schemas.microsoft.com/office/drawing/2014/main" id="{8DFB52F9-DAD4-4586-96B4-E7D311E2E20C}"/>
              </a:ext>
            </a:extLst>
          </p:cNvPr>
          <p:cNvSpPr>
            <a:spLocks noChangeShapeType="1"/>
          </p:cNvSpPr>
          <p:nvPr/>
        </p:nvSpPr>
        <p:spPr bwMode="auto">
          <a:xfrm flipH="1" flipV="1">
            <a:off x="7010400" y="2514600"/>
            <a:ext cx="2362200" cy="2286000"/>
          </a:xfrm>
          <a:prstGeom prst="line">
            <a:avLst/>
          </a:prstGeom>
          <a:noFill/>
          <a:ln w="9525">
            <a:solidFill>
              <a:srgbClr val="3333CC"/>
            </a:solidFill>
            <a:prstDash val="dash"/>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559" name="Line 23">
            <a:extLst>
              <a:ext uri="{FF2B5EF4-FFF2-40B4-BE49-F238E27FC236}">
                <a16:creationId xmlns:a16="http://schemas.microsoft.com/office/drawing/2014/main" id="{393B43C7-72CD-4883-B549-1ADAE3A23AA4}"/>
              </a:ext>
            </a:extLst>
          </p:cNvPr>
          <p:cNvSpPr>
            <a:spLocks noChangeShapeType="1"/>
          </p:cNvSpPr>
          <p:nvPr/>
        </p:nvSpPr>
        <p:spPr bwMode="auto">
          <a:xfrm flipH="1">
            <a:off x="7086600" y="2057400"/>
            <a:ext cx="457200" cy="990600"/>
          </a:xfrm>
          <a:prstGeom prst="line">
            <a:avLst/>
          </a:prstGeom>
          <a:noFill/>
          <a:ln w="9525">
            <a:solidFill>
              <a:srgbClr val="996633"/>
            </a:solidFill>
            <a:prstDash val="dash"/>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560" name="Line 24">
            <a:extLst>
              <a:ext uri="{FF2B5EF4-FFF2-40B4-BE49-F238E27FC236}">
                <a16:creationId xmlns:a16="http://schemas.microsoft.com/office/drawing/2014/main" id="{AA3D72A7-FDA4-4CAB-9A91-CE59F20551C3}"/>
              </a:ext>
            </a:extLst>
          </p:cNvPr>
          <p:cNvSpPr>
            <a:spLocks noChangeShapeType="1"/>
          </p:cNvSpPr>
          <p:nvPr/>
        </p:nvSpPr>
        <p:spPr bwMode="auto">
          <a:xfrm flipH="1">
            <a:off x="7162800" y="2133600"/>
            <a:ext cx="381000" cy="1600200"/>
          </a:xfrm>
          <a:prstGeom prst="line">
            <a:avLst/>
          </a:prstGeom>
          <a:noFill/>
          <a:ln w="9525">
            <a:solidFill>
              <a:srgbClr val="996633"/>
            </a:solidFill>
            <a:prstDash val="dash"/>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561" name="Line 25">
            <a:extLst>
              <a:ext uri="{FF2B5EF4-FFF2-40B4-BE49-F238E27FC236}">
                <a16:creationId xmlns:a16="http://schemas.microsoft.com/office/drawing/2014/main" id="{30556CDF-02EF-423E-A1AA-5AFFA24B5F5F}"/>
              </a:ext>
            </a:extLst>
          </p:cNvPr>
          <p:cNvSpPr>
            <a:spLocks noChangeShapeType="1"/>
          </p:cNvSpPr>
          <p:nvPr/>
        </p:nvSpPr>
        <p:spPr bwMode="auto">
          <a:xfrm flipH="1">
            <a:off x="7467600" y="2133600"/>
            <a:ext cx="76200" cy="2362200"/>
          </a:xfrm>
          <a:prstGeom prst="line">
            <a:avLst/>
          </a:prstGeom>
          <a:noFill/>
          <a:ln w="9525">
            <a:solidFill>
              <a:srgbClr val="996633"/>
            </a:solidFill>
            <a:prstDash val="dash"/>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562" name="Line 26">
            <a:extLst>
              <a:ext uri="{FF2B5EF4-FFF2-40B4-BE49-F238E27FC236}">
                <a16:creationId xmlns:a16="http://schemas.microsoft.com/office/drawing/2014/main" id="{3ABB4570-9F13-4DF3-841A-C9001C614EF7}"/>
              </a:ext>
            </a:extLst>
          </p:cNvPr>
          <p:cNvSpPr>
            <a:spLocks noChangeShapeType="1"/>
          </p:cNvSpPr>
          <p:nvPr/>
        </p:nvSpPr>
        <p:spPr bwMode="auto">
          <a:xfrm>
            <a:off x="7620000" y="2057400"/>
            <a:ext cx="1828800" cy="1676400"/>
          </a:xfrm>
          <a:prstGeom prst="line">
            <a:avLst/>
          </a:prstGeom>
          <a:noFill/>
          <a:ln w="9525">
            <a:solidFill>
              <a:srgbClr val="996633"/>
            </a:solidFill>
            <a:prstDash val="dash"/>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563" name="Line 27">
            <a:extLst>
              <a:ext uri="{FF2B5EF4-FFF2-40B4-BE49-F238E27FC236}">
                <a16:creationId xmlns:a16="http://schemas.microsoft.com/office/drawing/2014/main" id="{89FE63E4-6DCD-4D33-8AA5-BB1523DBF29A}"/>
              </a:ext>
            </a:extLst>
          </p:cNvPr>
          <p:cNvSpPr>
            <a:spLocks noChangeShapeType="1"/>
          </p:cNvSpPr>
          <p:nvPr/>
        </p:nvSpPr>
        <p:spPr bwMode="auto">
          <a:xfrm>
            <a:off x="7696200" y="2057400"/>
            <a:ext cx="1676400" cy="914400"/>
          </a:xfrm>
          <a:prstGeom prst="line">
            <a:avLst/>
          </a:prstGeom>
          <a:noFill/>
          <a:ln w="9525">
            <a:solidFill>
              <a:srgbClr val="996633"/>
            </a:solidFill>
            <a:prstDash val="dash"/>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564" name="Line 28">
            <a:extLst>
              <a:ext uri="{FF2B5EF4-FFF2-40B4-BE49-F238E27FC236}">
                <a16:creationId xmlns:a16="http://schemas.microsoft.com/office/drawing/2014/main" id="{1CAB8F9E-E426-458C-9823-B82DD46CAD7A}"/>
              </a:ext>
            </a:extLst>
          </p:cNvPr>
          <p:cNvSpPr>
            <a:spLocks noChangeShapeType="1"/>
          </p:cNvSpPr>
          <p:nvPr/>
        </p:nvSpPr>
        <p:spPr bwMode="auto">
          <a:xfrm>
            <a:off x="7696200" y="1981200"/>
            <a:ext cx="1295400" cy="304800"/>
          </a:xfrm>
          <a:prstGeom prst="line">
            <a:avLst/>
          </a:prstGeom>
          <a:noFill/>
          <a:ln w="9525">
            <a:solidFill>
              <a:srgbClr val="996633"/>
            </a:solidFill>
            <a:prstDash val="dash"/>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566" name="Arc 30">
            <a:extLst>
              <a:ext uri="{FF2B5EF4-FFF2-40B4-BE49-F238E27FC236}">
                <a16:creationId xmlns:a16="http://schemas.microsoft.com/office/drawing/2014/main" id="{42ED84AA-E0FB-4517-BAD2-B17757FDC2B6}"/>
              </a:ext>
            </a:extLst>
          </p:cNvPr>
          <p:cNvSpPr>
            <a:spLocks/>
          </p:cNvSpPr>
          <p:nvPr/>
        </p:nvSpPr>
        <p:spPr bwMode="auto">
          <a:xfrm>
            <a:off x="7467600" y="4576764"/>
            <a:ext cx="393700" cy="528637"/>
          </a:xfrm>
          <a:custGeom>
            <a:avLst/>
            <a:gdLst>
              <a:gd name="G0" fmla="+- 0 0 0"/>
              <a:gd name="G1" fmla="+- 21426 0 0"/>
              <a:gd name="G2" fmla="+- 21600 0 0"/>
              <a:gd name="T0" fmla="*/ 2740 w 18588"/>
              <a:gd name="T1" fmla="*/ 0 h 21426"/>
              <a:gd name="T2" fmla="*/ 18588 w 18588"/>
              <a:gd name="T3" fmla="*/ 10423 h 21426"/>
              <a:gd name="T4" fmla="*/ 0 w 18588"/>
              <a:gd name="T5" fmla="*/ 21426 h 21426"/>
            </a:gdLst>
            <a:ahLst/>
            <a:cxnLst>
              <a:cxn ang="0">
                <a:pos x="T0" y="T1"/>
              </a:cxn>
              <a:cxn ang="0">
                <a:pos x="T2" y="T3"/>
              </a:cxn>
              <a:cxn ang="0">
                <a:pos x="T4" y="T5"/>
              </a:cxn>
            </a:cxnLst>
            <a:rect l="0" t="0" r="r" b="b"/>
            <a:pathLst>
              <a:path w="18588" h="21426" fill="none" extrusionOk="0">
                <a:moveTo>
                  <a:pt x="2739" y="0"/>
                </a:moveTo>
                <a:cubicBezTo>
                  <a:pt x="9346" y="845"/>
                  <a:pt x="15194" y="4691"/>
                  <a:pt x="18587" y="10423"/>
                </a:cubicBezTo>
              </a:path>
              <a:path w="18588" h="21426" stroke="0" extrusionOk="0">
                <a:moveTo>
                  <a:pt x="2739" y="0"/>
                </a:moveTo>
                <a:cubicBezTo>
                  <a:pt x="9346" y="845"/>
                  <a:pt x="15194" y="4691"/>
                  <a:pt x="18587" y="10423"/>
                </a:cubicBezTo>
                <a:lnTo>
                  <a:pt x="0" y="21426"/>
                </a:lnTo>
                <a:close/>
              </a:path>
            </a:pathLst>
          </a:custGeom>
          <a:noFill/>
          <a:ln w="9525">
            <a:solidFill>
              <a:srgbClr val="FF3300"/>
            </a:solidFill>
            <a:round/>
            <a:headEn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5567" name="Arc 31">
            <a:extLst>
              <a:ext uri="{FF2B5EF4-FFF2-40B4-BE49-F238E27FC236}">
                <a16:creationId xmlns:a16="http://schemas.microsoft.com/office/drawing/2014/main" id="{F7D1B28C-D9C9-464B-A1FE-6A92FD8A7093}"/>
              </a:ext>
            </a:extLst>
          </p:cNvPr>
          <p:cNvSpPr>
            <a:spLocks/>
          </p:cNvSpPr>
          <p:nvPr/>
        </p:nvSpPr>
        <p:spPr bwMode="auto">
          <a:xfrm>
            <a:off x="7315200" y="3886201"/>
            <a:ext cx="723900" cy="1152525"/>
          </a:xfrm>
          <a:custGeom>
            <a:avLst/>
            <a:gdLst>
              <a:gd name="G0" fmla="+- 0 0 0"/>
              <a:gd name="G1" fmla="+- 21600 0 0"/>
              <a:gd name="G2" fmla="+- 21600 0 0"/>
              <a:gd name="T0" fmla="*/ 44 w 20511"/>
              <a:gd name="T1" fmla="*/ 0 h 21600"/>
              <a:gd name="T2" fmla="*/ 20511 w 20511"/>
              <a:gd name="T3" fmla="*/ 14828 h 21600"/>
              <a:gd name="T4" fmla="*/ 0 w 20511"/>
              <a:gd name="T5" fmla="*/ 21600 h 21600"/>
            </a:gdLst>
            <a:ahLst/>
            <a:cxnLst>
              <a:cxn ang="0">
                <a:pos x="T0" y="T1"/>
              </a:cxn>
              <a:cxn ang="0">
                <a:pos x="T2" y="T3"/>
              </a:cxn>
              <a:cxn ang="0">
                <a:pos x="T4" y="T5"/>
              </a:cxn>
            </a:cxnLst>
            <a:rect l="0" t="0" r="r" b="b"/>
            <a:pathLst>
              <a:path w="20511" h="21600" fill="none" extrusionOk="0">
                <a:moveTo>
                  <a:pt x="43" y="0"/>
                </a:moveTo>
                <a:cubicBezTo>
                  <a:pt x="9347" y="18"/>
                  <a:pt x="17594" y="5993"/>
                  <a:pt x="20510" y="14828"/>
                </a:cubicBezTo>
              </a:path>
              <a:path w="20511" h="21600" stroke="0" extrusionOk="0">
                <a:moveTo>
                  <a:pt x="43" y="0"/>
                </a:moveTo>
                <a:cubicBezTo>
                  <a:pt x="9347" y="18"/>
                  <a:pt x="17594" y="5993"/>
                  <a:pt x="20510" y="14828"/>
                </a:cubicBezTo>
                <a:lnTo>
                  <a:pt x="0" y="21600"/>
                </a:lnTo>
                <a:close/>
              </a:path>
            </a:pathLst>
          </a:custGeom>
          <a:noFill/>
          <a:ln w="9525">
            <a:solidFill>
              <a:srgbClr val="FF3300"/>
            </a:solidFill>
            <a:round/>
            <a:headEn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pic>
        <p:nvPicPr>
          <p:cNvPr id="65568" name="Picture 32">
            <a:extLst>
              <a:ext uri="{FF2B5EF4-FFF2-40B4-BE49-F238E27FC236}">
                <a16:creationId xmlns:a16="http://schemas.microsoft.com/office/drawing/2014/main" id="{79D1821D-D424-4B6C-9764-CF01A6469B65}"/>
              </a:ext>
            </a:extLst>
          </p:cNvPr>
          <p:cNvPicPr>
            <a:picLocks noChangeAspect="1" noChangeArrowheads="1"/>
          </p:cNvPicPr>
          <p:nvPr/>
        </p:nvPicPr>
        <p:blipFill>
          <a:blip r:embed="rId6">
            <a:clrChange>
              <a:clrFrom>
                <a:srgbClr val="FFFFFF"/>
              </a:clrFrom>
              <a:clrTo>
                <a:srgbClr val="FFFFFF">
                  <a:alpha val="0"/>
                </a:srgbClr>
              </a:clrTo>
            </a:clrChange>
            <a:extLst>
              <a:ext uri="{28A0092B-C50C-407E-A947-70E740481C1C}">
                <a14:useLocalDpi xmlns:a14="http://schemas.microsoft.com/office/drawing/2010/main" val="0"/>
              </a:ext>
            </a:extLst>
          </a:blip>
          <a:srcRect l="28125" t="18750" r="53125" b="70313"/>
          <a:stretch>
            <a:fillRect/>
          </a:stretch>
        </p:blipFill>
        <p:spPr bwMode="auto">
          <a:xfrm>
            <a:off x="7924800" y="4800600"/>
            <a:ext cx="4572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5569" name="Arc 33">
            <a:extLst>
              <a:ext uri="{FF2B5EF4-FFF2-40B4-BE49-F238E27FC236}">
                <a16:creationId xmlns:a16="http://schemas.microsoft.com/office/drawing/2014/main" id="{AC09870B-ED88-486B-8C8F-2EBBF098AF56}"/>
              </a:ext>
            </a:extLst>
          </p:cNvPr>
          <p:cNvSpPr>
            <a:spLocks/>
          </p:cNvSpPr>
          <p:nvPr/>
        </p:nvSpPr>
        <p:spPr bwMode="auto">
          <a:xfrm>
            <a:off x="7239000" y="3200401"/>
            <a:ext cx="914400" cy="1838325"/>
          </a:xfrm>
          <a:custGeom>
            <a:avLst/>
            <a:gdLst>
              <a:gd name="G0" fmla="+- 696 0 0"/>
              <a:gd name="G1" fmla="+- 21600 0 0"/>
              <a:gd name="G2" fmla="+- 21600 0 0"/>
              <a:gd name="T0" fmla="*/ 0 w 21852"/>
              <a:gd name="T1" fmla="*/ 11 h 21600"/>
              <a:gd name="T2" fmla="*/ 21852 w 21852"/>
              <a:gd name="T3" fmla="*/ 17243 h 21600"/>
              <a:gd name="T4" fmla="*/ 696 w 21852"/>
              <a:gd name="T5" fmla="*/ 21600 h 21600"/>
            </a:gdLst>
            <a:ahLst/>
            <a:cxnLst>
              <a:cxn ang="0">
                <a:pos x="T0" y="T1"/>
              </a:cxn>
              <a:cxn ang="0">
                <a:pos x="T2" y="T3"/>
              </a:cxn>
              <a:cxn ang="0">
                <a:pos x="T4" y="T5"/>
              </a:cxn>
            </a:cxnLst>
            <a:rect l="0" t="0" r="r" b="b"/>
            <a:pathLst>
              <a:path w="21852" h="21600" fill="none" extrusionOk="0">
                <a:moveTo>
                  <a:pt x="0" y="11"/>
                </a:moveTo>
                <a:cubicBezTo>
                  <a:pt x="231" y="3"/>
                  <a:pt x="463" y="0"/>
                  <a:pt x="696" y="0"/>
                </a:cubicBezTo>
                <a:cubicBezTo>
                  <a:pt x="10945" y="0"/>
                  <a:pt x="19784" y="7203"/>
                  <a:pt x="21852" y="17242"/>
                </a:cubicBezTo>
              </a:path>
              <a:path w="21852" h="21600" stroke="0" extrusionOk="0">
                <a:moveTo>
                  <a:pt x="0" y="11"/>
                </a:moveTo>
                <a:cubicBezTo>
                  <a:pt x="231" y="3"/>
                  <a:pt x="463" y="0"/>
                  <a:pt x="696" y="0"/>
                </a:cubicBezTo>
                <a:cubicBezTo>
                  <a:pt x="10945" y="0"/>
                  <a:pt x="19784" y="7203"/>
                  <a:pt x="21852" y="17242"/>
                </a:cubicBezTo>
                <a:lnTo>
                  <a:pt x="696" y="21600"/>
                </a:lnTo>
                <a:close/>
              </a:path>
            </a:pathLst>
          </a:custGeom>
          <a:noFill/>
          <a:ln w="9525">
            <a:solidFill>
              <a:srgbClr val="FF3300"/>
            </a:solidFill>
            <a:round/>
            <a:headEn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5570" name="Arc 34">
            <a:extLst>
              <a:ext uri="{FF2B5EF4-FFF2-40B4-BE49-F238E27FC236}">
                <a16:creationId xmlns:a16="http://schemas.microsoft.com/office/drawing/2014/main" id="{DDC68072-EF38-4E68-B4E0-8B7D35F8B6AB}"/>
              </a:ext>
            </a:extLst>
          </p:cNvPr>
          <p:cNvSpPr>
            <a:spLocks/>
          </p:cNvSpPr>
          <p:nvPr/>
        </p:nvSpPr>
        <p:spPr bwMode="auto">
          <a:xfrm flipH="1">
            <a:off x="8215314" y="2286001"/>
            <a:ext cx="854075" cy="2600325"/>
          </a:xfrm>
          <a:custGeom>
            <a:avLst/>
            <a:gdLst>
              <a:gd name="G0" fmla="+- 0 0 0"/>
              <a:gd name="G1" fmla="+- 21584 0 0"/>
              <a:gd name="G2" fmla="+- 21600 0 0"/>
              <a:gd name="T0" fmla="*/ 820 w 21516"/>
              <a:gd name="T1" fmla="*/ 0 h 21584"/>
              <a:gd name="T2" fmla="*/ 21516 w 21516"/>
              <a:gd name="T3" fmla="*/ 19685 h 21584"/>
              <a:gd name="T4" fmla="*/ 0 w 21516"/>
              <a:gd name="T5" fmla="*/ 21584 h 21584"/>
            </a:gdLst>
            <a:ahLst/>
            <a:cxnLst>
              <a:cxn ang="0">
                <a:pos x="T0" y="T1"/>
              </a:cxn>
              <a:cxn ang="0">
                <a:pos x="T2" y="T3"/>
              </a:cxn>
              <a:cxn ang="0">
                <a:pos x="T4" y="T5"/>
              </a:cxn>
            </a:cxnLst>
            <a:rect l="0" t="0" r="r" b="b"/>
            <a:pathLst>
              <a:path w="21516" h="21584" fill="none" extrusionOk="0">
                <a:moveTo>
                  <a:pt x="820" y="-1"/>
                </a:moveTo>
                <a:cubicBezTo>
                  <a:pt x="11691" y="412"/>
                  <a:pt x="20559" y="8847"/>
                  <a:pt x="21516" y="19684"/>
                </a:cubicBezTo>
              </a:path>
              <a:path w="21516" h="21584" stroke="0" extrusionOk="0">
                <a:moveTo>
                  <a:pt x="820" y="-1"/>
                </a:moveTo>
                <a:cubicBezTo>
                  <a:pt x="11691" y="412"/>
                  <a:pt x="20559" y="8847"/>
                  <a:pt x="21516" y="19684"/>
                </a:cubicBezTo>
                <a:lnTo>
                  <a:pt x="0" y="21584"/>
                </a:lnTo>
                <a:close/>
              </a:path>
            </a:pathLst>
          </a:custGeom>
          <a:noFill/>
          <a:ln w="9525">
            <a:solidFill>
              <a:srgbClr val="FF3300"/>
            </a:solidFill>
            <a:round/>
            <a:headEn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5571" name="Arc 35">
            <a:extLst>
              <a:ext uri="{FF2B5EF4-FFF2-40B4-BE49-F238E27FC236}">
                <a16:creationId xmlns:a16="http://schemas.microsoft.com/office/drawing/2014/main" id="{0690EB2F-AC2B-47F5-82AE-D03CDA0B3B1C}"/>
              </a:ext>
            </a:extLst>
          </p:cNvPr>
          <p:cNvSpPr>
            <a:spLocks/>
          </p:cNvSpPr>
          <p:nvPr/>
        </p:nvSpPr>
        <p:spPr bwMode="auto">
          <a:xfrm flipH="1">
            <a:off x="8305800" y="3048001"/>
            <a:ext cx="1066800" cy="1838325"/>
          </a:xfrm>
          <a:custGeom>
            <a:avLst/>
            <a:gdLst>
              <a:gd name="G0" fmla="+- 0 0 0"/>
              <a:gd name="G1" fmla="+- 21584 0 0"/>
              <a:gd name="G2" fmla="+- 21600 0 0"/>
              <a:gd name="T0" fmla="*/ 820 w 21516"/>
              <a:gd name="T1" fmla="*/ 0 h 21584"/>
              <a:gd name="T2" fmla="*/ 21516 w 21516"/>
              <a:gd name="T3" fmla="*/ 19685 h 21584"/>
              <a:gd name="T4" fmla="*/ 0 w 21516"/>
              <a:gd name="T5" fmla="*/ 21584 h 21584"/>
            </a:gdLst>
            <a:ahLst/>
            <a:cxnLst>
              <a:cxn ang="0">
                <a:pos x="T0" y="T1"/>
              </a:cxn>
              <a:cxn ang="0">
                <a:pos x="T2" y="T3"/>
              </a:cxn>
              <a:cxn ang="0">
                <a:pos x="T4" y="T5"/>
              </a:cxn>
            </a:cxnLst>
            <a:rect l="0" t="0" r="r" b="b"/>
            <a:pathLst>
              <a:path w="21516" h="21584" fill="none" extrusionOk="0">
                <a:moveTo>
                  <a:pt x="820" y="-1"/>
                </a:moveTo>
                <a:cubicBezTo>
                  <a:pt x="11691" y="412"/>
                  <a:pt x="20559" y="8847"/>
                  <a:pt x="21516" y="19684"/>
                </a:cubicBezTo>
              </a:path>
              <a:path w="21516" h="21584" stroke="0" extrusionOk="0">
                <a:moveTo>
                  <a:pt x="820" y="-1"/>
                </a:moveTo>
                <a:cubicBezTo>
                  <a:pt x="11691" y="412"/>
                  <a:pt x="20559" y="8847"/>
                  <a:pt x="21516" y="19684"/>
                </a:cubicBezTo>
                <a:lnTo>
                  <a:pt x="0" y="21584"/>
                </a:lnTo>
                <a:close/>
              </a:path>
            </a:pathLst>
          </a:custGeom>
          <a:noFill/>
          <a:ln w="9525">
            <a:solidFill>
              <a:srgbClr val="FF3300"/>
            </a:solidFill>
            <a:round/>
            <a:headEn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5572" name="Arc 36">
            <a:extLst>
              <a:ext uri="{FF2B5EF4-FFF2-40B4-BE49-F238E27FC236}">
                <a16:creationId xmlns:a16="http://schemas.microsoft.com/office/drawing/2014/main" id="{65487489-C221-4F55-9189-FDC8A664228F}"/>
              </a:ext>
            </a:extLst>
          </p:cNvPr>
          <p:cNvSpPr>
            <a:spLocks/>
          </p:cNvSpPr>
          <p:nvPr/>
        </p:nvSpPr>
        <p:spPr bwMode="auto">
          <a:xfrm flipH="1">
            <a:off x="8378826" y="3810000"/>
            <a:ext cx="1069975" cy="914400"/>
          </a:xfrm>
          <a:custGeom>
            <a:avLst/>
            <a:gdLst>
              <a:gd name="G0" fmla="+- 0 0 0"/>
              <a:gd name="G1" fmla="+- 21584 0 0"/>
              <a:gd name="G2" fmla="+- 21600 0 0"/>
              <a:gd name="T0" fmla="*/ 820 w 21599"/>
              <a:gd name="T1" fmla="*/ 0 h 21584"/>
              <a:gd name="T2" fmla="*/ 21599 w 21599"/>
              <a:gd name="T3" fmla="*/ 21404 h 21584"/>
              <a:gd name="T4" fmla="*/ 0 w 21599"/>
              <a:gd name="T5" fmla="*/ 21584 h 21584"/>
            </a:gdLst>
            <a:ahLst/>
            <a:cxnLst>
              <a:cxn ang="0">
                <a:pos x="T0" y="T1"/>
              </a:cxn>
              <a:cxn ang="0">
                <a:pos x="T2" y="T3"/>
              </a:cxn>
              <a:cxn ang="0">
                <a:pos x="T4" y="T5"/>
              </a:cxn>
            </a:cxnLst>
            <a:rect l="0" t="0" r="r" b="b"/>
            <a:pathLst>
              <a:path w="21599" h="21584" fill="none" extrusionOk="0">
                <a:moveTo>
                  <a:pt x="820" y="-1"/>
                </a:moveTo>
                <a:cubicBezTo>
                  <a:pt x="12352" y="437"/>
                  <a:pt x="21503" y="9863"/>
                  <a:pt x="21599" y="21403"/>
                </a:cubicBezTo>
              </a:path>
              <a:path w="21599" h="21584" stroke="0" extrusionOk="0">
                <a:moveTo>
                  <a:pt x="820" y="-1"/>
                </a:moveTo>
                <a:cubicBezTo>
                  <a:pt x="12352" y="437"/>
                  <a:pt x="21503" y="9863"/>
                  <a:pt x="21599" y="21403"/>
                </a:cubicBezTo>
                <a:lnTo>
                  <a:pt x="0" y="21584"/>
                </a:lnTo>
                <a:close/>
              </a:path>
            </a:pathLst>
          </a:custGeom>
          <a:noFill/>
          <a:ln w="9525">
            <a:solidFill>
              <a:srgbClr val="FF3300"/>
            </a:solidFill>
            <a:round/>
            <a:headEn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5544">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5544">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5544">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5544">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5547"/>
                                        </p:tgtEl>
                                        <p:attrNameLst>
                                          <p:attrName>style.visibility</p:attrName>
                                        </p:attrNameLst>
                                      </p:cBhvr>
                                      <p:to>
                                        <p:strVal val="visible"/>
                                      </p:to>
                                    </p:set>
                                  </p:childTnLst>
                                </p:cTn>
                              </p:par>
                              <p:par>
                                <p:cTn id="15" presetID="31" presetClass="entr" presetSubtype="0" fill="hold" nodeType="withEffect">
                                  <p:stCondLst>
                                    <p:cond delay="0"/>
                                  </p:stCondLst>
                                  <p:iterate type="lt">
                                    <p:tmPct val="5000"/>
                                  </p:iterate>
                                  <p:childTnLst>
                                    <p:set>
                                      <p:cBhvr>
                                        <p:cTn id="16" dur="1" fill="hold">
                                          <p:stCondLst>
                                            <p:cond delay="0"/>
                                          </p:stCondLst>
                                        </p:cTn>
                                        <p:tgtEl>
                                          <p:spTgt spid="65558"/>
                                        </p:tgtEl>
                                        <p:attrNameLst>
                                          <p:attrName>style.visibility</p:attrName>
                                        </p:attrNameLst>
                                      </p:cBhvr>
                                      <p:to>
                                        <p:strVal val="visible"/>
                                      </p:to>
                                    </p:set>
                                    <p:anim calcmode="lin" valueType="num">
                                      <p:cBhvr>
                                        <p:cTn id="17" dur="1000" fill="hold"/>
                                        <p:tgtEl>
                                          <p:spTgt spid="65558"/>
                                        </p:tgtEl>
                                        <p:attrNameLst>
                                          <p:attrName>ppt_w</p:attrName>
                                        </p:attrNameLst>
                                      </p:cBhvr>
                                      <p:tavLst>
                                        <p:tav tm="0">
                                          <p:val>
                                            <p:fltVal val="0"/>
                                          </p:val>
                                        </p:tav>
                                        <p:tav tm="100000">
                                          <p:val>
                                            <p:strVal val="#ppt_w"/>
                                          </p:val>
                                        </p:tav>
                                      </p:tavLst>
                                    </p:anim>
                                    <p:anim calcmode="lin" valueType="num">
                                      <p:cBhvr>
                                        <p:cTn id="18" dur="1000" fill="hold"/>
                                        <p:tgtEl>
                                          <p:spTgt spid="65558"/>
                                        </p:tgtEl>
                                        <p:attrNameLst>
                                          <p:attrName>ppt_h</p:attrName>
                                        </p:attrNameLst>
                                      </p:cBhvr>
                                      <p:tavLst>
                                        <p:tav tm="0">
                                          <p:val>
                                            <p:fltVal val="0"/>
                                          </p:val>
                                        </p:tav>
                                        <p:tav tm="100000">
                                          <p:val>
                                            <p:strVal val="#ppt_h"/>
                                          </p:val>
                                        </p:tav>
                                      </p:tavLst>
                                    </p:anim>
                                    <p:anim calcmode="lin" valueType="num">
                                      <p:cBhvr>
                                        <p:cTn id="19" dur="1000" fill="hold"/>
                                        <p:tgtEl>
                                          <p:spTgt spid="65558"/>
                                        </p:tgtEl>
                                        <p:attrNameLst>
                                          <p:attrName>style.rotation</p:attrName>
                                        </p:attrNameLst>
                                      </p:cBhvr>
                                      <p:tavLst>
                                        <p:tav tm="0">
                                          <p:val>
                                            <p:fltVal val="90"/>
                                          </p:val>
                                        </p:tav>
                                        <p:tav tm="100000">
                                          <p:val>
                                            <p:fltVal val="0"/>
                                          </p:val>
                                        </p:tav>
                                      </p:tavLst>
                                    </p:anim>
                                    <p:animEffect transition="in" filter="fade">
                                      <p:cBhvr>
                                        <p:cTn id="20" dur="1000"/>
                                        <p:tgtEl>
                                          <p:spTgt spid="65558"/>
                                        </p:tgtEl>
                                      </p:cBhvr>
                                    </p:animEffect>
                                  </p:childTnLst>
                                </p:cTn>
                              </p:par>
                              <p:par>
                                <p:cTn id="21" presetID="31" presetClass="entr" presetSubtype="0" fill="hold" nodeType="withEffect">
                                  <p:stCondLst>
                                    <p:cond delay="0"/>
                                  </p:stCondLst>
                                  <p:iterate type="lt">
                                    <p:tmPct val="5000"/>
                                  </p:iterate>
                                  <p:childTnLst>
                                    <p:set>
                                      <p:cBhvr>
                                        <p:cTn id="22" dur="1" fill="hold">
                                          <p:stCondLst>
                                            <p:cond delay="0"/>
                                          </p:stCondLst>
                                        </p:cTn>
                                        <p:tgtEl>
                                          <p:spTgt spid="65556"/>
                                        </p:tgtEl>
                                        <p:attrNameLst>
                                          <p:attrName>style.visibility</p:attrName>
                                        </p:attrNameLst>
                                      </p:cBhvr>
                                      <p:to>
                                        <p:strVal val="visible"/>
                                      </p:to>
                                    </p:set>
                                    <p:anim calcmode="lin" valueType="num">
                                      <p:cBhvr>
                                        <p:cTn id="23" dur="1000" fill="hold"/>
                                        <p:tgtEl>
                                          <p:spTgt spid="65556"/>
                                        </p:tgtEl>
                                        <p:attrNameLst>
                                          <p:attrName>ppt_w</p:attrName>
                                        </p:attrNameLst>
                                      </p:cBhvr>
                                      <p:tavLst>
                                        <p:tav tm="0">
                                          <p:val>
                                            <p:fltVal val="0"/>
                                          </p:val>
                                        </p:tav>
                                        <p:tav tm="100000">
                                          <p:val>
                                            <p:strVal val="#ppt_w"/>
                                          </p:val>
                                        </p:tav>
                                      </p:tavLst>
                                    </p:anim>
                                    <p:anim calcmode="lin" valueType="num">
                                      <p:cBhvr>
                                        <p:cTn id="24" dur="1000" fill="hold"/>
                                        <p:tgtEl>
                                          <p:spTgt spid="65556"/>
                                        </p:tgtEl>
                                        <p:attrNameLst>
                                          <p:attrName>ppt_h</p:attrName>
                                        </p:attrNameLst>
                                      </p:cBhvr>
                                      <p:tavLst>
                                        <p:tav tm="0">
                                          <p:val>
                                            <p:fltVal val="0"/>
                                          </p:val>
                                        </p:tav>
                                        <p:tav tm="100000">
                                          <p:val>
                                            <p:strVal val="#ppt_h"/>
                                          </p:val>
                                        </p:tav>
                                      </p:tavLst>
                                    </p:anim>
                                    <p:anim calcmode="lin" valueType="num">
                                      <p:cBhvr>
                                        <p:cTn id="25" dur="1000" fill="hold"/>
                                        <p:tgtEl>
                                          <p:spTgt spid="65556"/>
                                        </p:tgtEl>
                                        <p:attrNameLst>
                                          <p:attrName>style.rotation</p:attrName>
                                        </p:attrNameLst>
                                      </p:cBhvr>
                                      <p:tavLst>
                                        <p:tav tm="0">
                                          <p:val>
                                            <p:fltVal val="90"/>
                                          </p:val>
                                        </p:tav>
                                        <p:tav tm="100000">
                                          <p:val>
                                            <p:fltVal val="0"/>
                                          </p:val>
                                        </p:tav>
                                      </p:tavLst>
                                    </p:anim>
                                    <p:animEffect transition="in" filter="fade">
                                      <p:cBhvr>
                                        <p:cTn id="26" dur="1000"/>
                                        <p:tgtEl>
                                          <p:spTgt spid="65556"/>
                                        </p:tgtEl>
                                      </p:cBhvr>
                                    </p:animEffect>
                                  </p:childTnLst>
                                </p:cTn>
                              </p:par>
                              <p:par>
                                <p:cTn id="27" presetID="31" presetClass="entr" presetSubtype="0" fill="hold" nodeType="withEffect">
                                  <p:stCondLst>
                                    <p:cond delay="0"/>
                                  </p:stCondLst>
                                  <p:iterate type="lt">
                                    <p:tmPct val="5000"/>
                                  </p:iterate>
                                  <p:childTnLst>
                                    <p:set>
                                      <p:cBhvr>
                                        <p:cTn id="28" dur="1" fill="hold">
                                          <p:stCondLst>
                                            <p:cond delay="0"/>
                                          </p:stCondLst>
                                        </p:cTn>
                                        <p:tgtEl>
                                          <p:spTgt spid="65557"/>
                                        </p:tgtEl>
                                        <p:attrNameLst>
                                          <p:attrName>style.visibility</p:attrName>
                                        </p:attrNameLst>
                                      </p:cBhvr>
                                      <p:to>
                                        <p:strVal val="visible"/>
                                      </p:to>
                                    </p:set>
                                    <p:anim calcmode="lin" valueType="num">
                                      <p:cBhvr>
                                        <p:cTn id="29" dur="1000" fill="hold"/>
                                        <p:tgtEl>
                                          <p:spTgt spid="65557"/>
                                        </p:tgtEl>
                                        <p:attrNameLst>
                                          <p:attrName>ppt_w</p:attrName>
                                        </p:attrNameLst>
                                      </p:cBhvr>
                                      <p:tavLst>
                                        <p:tav tm="0">
                                          <p:val>
                                            <p:fltVal val="0"/>
                                          </p:val>
                                        </p:tav>
                                        <p:tav tm="100000">
                                          <p:val>
                                            <p:strVal val="#ppt_w"/>
                                          </p:val>
                                        </p:tav>
                                      </p:tavLst>
                                    </p:anim>
                                    <p:anim calcmode="lin" valueType="num">
                                      <p:cBhvr>
                                        <p:cTn id="30" dur="1000" fill="hold"/>
                                        <p:tgtEl>
                                          <p:spTgt spid="65557"/>
                                        </p:tgtEl>
                                        <p:attrNameLst>
                                          <p:attrName>ppt_h</p:attrName>
                                        </p:attrNameLst>
                                      </p:cBhvr>
                                      <p:tavLst>
                                        <p:tav tm="0">
                                          <p:val>
                                            <p:fltVal val="0"/>
                                          </p:val>
                                        </p:tav>
                                        <p:tav tm="100000">
                                          <p:val>
                                            <p:strVal val="#ppt_h"/>
                                          </p:val>
                                        </p:tav>
                                      </p:tavLst>
                                    </p:anim>
                                    <p:anim calcmode="lin" valueType="num">
                                      <p:cBhvr>
                                        <p:cTn id="31" dur="1000" fill="hold"/>
                                        <p:tgtEl>
                                          <p:spTgt spid="65557"/>
                                        </p:tgtEl>
                                        <p:attrNameLst>
                                          <p:attrName>style.rotation</p:attrName>
                                        </p:attrNameLst>
                                      </p:cBhvr>
                                      <p:tavLst>
                                        <p:tav tm="0">
                                          <p:val>
                                            <p:fltVal val="90"/>
                                          </p:val>
                                        </p:tav>
                                        <p:tav tm="100000">
                                          <p:val>
                                            <p:fltVal val="0"/>
                                          </p:val>
                                        </p:tav>
                                      </p:tavLst>
                                    </p:anim>
                                    <p:animEffect transition="in" filter="fade">
                                      <p:cBhvr>
                                        <p:cTn id="32" dur="1000"/>
                                        <p:tgtEl>
                                          <p:spTgt spid="65557"/>
                                        </p:tgtEl>
                                      </p:cBhvr>
                                    </p:animEffect>
                                  </p:childTnLst>
                                </p:cTn>
                              </p:par>
                            </p:childTnLst>
                          </p:cTn>
                        </p:par>
                        <p:par>
                          <p:cTn id="33" fill="hold" nodeType="afterGroup">
                            <p:stCondLst>
                              <p:cond delay="1000"/>
                            </p:stCondLst>
                            <p:childTnLst>
                              <p:par>
                                <p:cTn id="34" presetID="1" presetClass="entr" presetSubtype="0" fill="hold" nodeType="afterEffect">
                                  <p:stCondLst>
                                    <p:cond delay="0"/>
                                  </p:stCondLst>
                                  <p:childTnLst>
                                    <p:set>
                                      <p:cBhvr>
                                        <p:cTn id="35" dur="1" fill="hold">
                                          <p:stCondLst>
                                            <p:cond delay="0"/>
                                          </p:stCondLst>
                                        </p:cTn>
                                        <p:tgtEl>
                                          <p:spTgt spid="65545"/>
                                        </p:tgtEl>
                                        <p:attrNameLst>
                                          <p:attrName>style.visibility</p:attrName>
                                        </p:attrNameLst>
                                      </p:cBhvr>
                                      <p:to>
                                        <p:strVal val="visible"/>
                                      </p:to>
                                    </p:set>
                                  </p:childTnLst>
                                </p:cTn>
                              </p:par>
                            </p:childTnLst>
                          </p:cTn>
                        </p:par>
                        <p:par>
                          <p:cTn id="36" fill="hold" nodeType="afterGroup">
                            <p:stCondLst>
                              <p:cond delay="1000"/>
                            </p:stCondLst>
                            <p:childTnLst>
                              <p:par>
                                <p:cTn id="37" presetID="1" presetClass="entr" presetSubtype="0" fill="hold" nodeType="afterEffect">
                                  <p:stCondLst>
                                    <p:cond delay="0"/>
                                  </p:stCondLst>
                                  <p:childTnLst>
                                    <p:set>
                                      <p:cBhvr>
                                        <p:cTn id="38" dur="1" fill="hold">
                                          <p:stCondLst>
                                            <p:cond delay="0"/>
                                          </p:stCondLst>
                                        </p:cTn>
                                        <p:tgtEl>
                                          <p:spTgt spid="65549"/>
                                        </p:tgtEl>
                                        <p:attrNameLst>
                                          <p:attrName>style.visibility</p:attrName>
                                        </p:attrNameLst>
                                      </p:cBhvr>
                                      <p:to>
                                        <p:strVal val="visible"/>
                                      </p:to>
                                    </p:set>
                                  </p:childTnLst>
                                </p:cTn>
                              </p:par>
                            </p:childTnLst>
                          </p:cTn>
                        </p:par>
                        <p:par>
                          <p:cTn id="39" fill="hold" nodeType="afterGroup">
                            <p:stCondLst>
                              <p:cond delay="1000"/>
                            </p:stCondLst>
                            <p:childTnLst>
                              <p:par>
                                <p:cTn id="40" presetID="1" presetClass="entr" presetSubtype="0" fill="hold" nodeType="afterEffect">
                                  <p:stCondLst>
                                    <p:cond delay="0"/>
                                  </p:stCondLst>
                                  <p:childTnLst>
                                    <p:set>
                                      <p:cBhvr>
                                        <p:cTn id="41" dur="1" fill="hold">
                                          <p:stCondLst>
                                            <p:cond delay="0"/>
                                          </p:stCondLst>
                                        </p:cTn>
                                        <p:tgtEl>
                                          <p:spTgt spid="65550"/>
                                        </p:tgtEl>
                                        <p:attrNameLst>
                                          <p:attrName>style.visibility</p:attrName>
                                        </p:attrNameLst>
                                      </p:cBhvr>
                                      <p:to>
                                        <p:strVal val="visible"/>
                                      </p:to>
                                    </p:set>
                                  </p:childTnLst>
                                </p:cTn>
                              </p:par>
                            </p:childTnLst>
                          </p:cTn>
                        </p:par>
                      </p:childTnLst>
                    </p:cTn>
                  </p:par>
                  <p:par>
                    <p:cTn id="42" fill="hold" nodeType="clickPar">
                      <p:stCondLst>
                        <p:cond delay="indefinite"/>
                      </p:stCondLst>
                      <p:childTnLst>
                        <p:par>
                          <p:cTn id="43" fill="hold" nodeType="withGroup">
                            <p:stCondLst>
                              <p:cond delay="0"/>
                            </p:stCondLst>
                            <p:childTnLst>
                              <p:par>
                                <p:cTn id="44" presetID="1" presetClass="entr" presetSubtype="0" fill="hold" nodeType="clickEffect">
                                  <p:stCondLst>
                                    <p:cond delay="0"/>
                                  </p:stCondLst>
                                  <p:childTnLst>
                                    <p:set>
                                      <p:cBhvr>
                                        <p:cTn id="45" dur="1" fill="hold">
                                          <p:stCondLst>
                                            <p:cond delay="0"/>
                                          </p:stCondLst>
                                        </p:cTn>
                                        <p:tgtEl>
                                          <p:spTgt spid="65544">
                                            <p:txEl>
                                              <p:pRg st="5" end="5"/>
                                            </p:txEl>
                                          </p:spTgt>
                                        </p:tgtEl>
                                        <p:attrNameLst>
                                          <p:attrName>style.visibility</p:attrName>
                                        </p:attrNameLst>
                                      </p:cBhvr>
                                      <p:to>
                                        <p:strVal val="visible"/>
                                      </p:to>
                                    </p:set>
                                  </p:childTnLst>
                                </p:cTn>
                              </p:par>
                              <p:par>
                                <p:cTn id="46" presetID="1" presetClass="exit" presetSubtype="0" fill="hold" nodeType="withEffect">
                                  <p:stCondLst>
                                    <p:cond delay="0"/>
                                  </p:stCondLst>
                                  <p:childTnLst>
                                    <p:set>
                                      <p:cBhvr>
                                        <p:cTn id="47" dur="1" fill="hold">
                                          <p:stCondLst>
                                            <p:cond delay="0"/>
                                          </p:stCondLst>
                                        </p:cTn>
                                        <p:tgtEl>
                                          <p:spTgt spid="65545"/>
                                        </p:tgtEl>
                                        <p:attrNameLst>
                                          <p:attrName>style.visibility</p:attrName>
                                        </p:attrNameLst>
                                      </p:cBhvr>
                                      <p:to>
                                        <p:strVal val="hidden"/>
                                      </p:to>
                                    </p:set>
                                  </p:childTnLst>
                                </p:cTn>
                              </p:par>
                              <p:par>
                                <p:cTn id="48" presetID="1" presetClass="exit" presetSubtype="0" fill="hold" nodeType="withEffect">
                                  <p:stCondLst>
                                    <p:cond delay="0"/>
                                  </p:stCondLst>
                                  <p:childTnLst>
                                    <p:set>
                                      <p:cBhvr>
                                        <p:cTn id="49" dur="1" fill="hold">
                                          <p:stCondLst>
                                            <p:cond delay="0"/>
                                          </p:stCondLst>
                                        </p:cTn>
                                        <p:tgtEl>
                                          <p:spTgt spid="65550"/>
                                        </p:tgtEl>
                                        <p:attrNameLst>
                                          <p:attrName>style.visibility</p:attrName>
                                        </p:attrNameLst>
                                      </p:cBhvr>
                                      <p:to>
                                        <p:strVal val="hidden"/>
                                      </p:to>
                                    </p:set>
                                  </p:childTnLst>
                                </p:cTn>
                              </p:par>
                              <p:par>
                                <p:cTn id="50" presetID="1" presetClass="exit" presetSubtype="0" fill="hold" nodeType="withEffect">
                                  <p:stCondLst>
                                    <p:cond delay="0"/>
                                  </p:stCondLst>
                                  <p:iterate type="lt">
                                    <p:tmAbs val="0"/>
                                  </p:iterate>
                                  <p:childTnLst>
                                    <p:set>
                                      <p:cBhvr>
                                        <p:cTn id="51" dur="1" fill="hold">
                                          <p:stCondLst>
                                            <p:cond delay="0"/>
                                          </p:stCondLst>
                                        </p:cTn>
                                        <p:tgtEl>
                                          <p:spTgt spid="65558"/>
                                        </p:tgtEl>
                                        <p:attrNameLst>
                                          <p:attrName>style.visibility</p:attrName>
                                        </p:attrNameLst>
                                      </p:cBhvr>
                                      <p:to>
                                        <p:strVal val="hidden"/>
                                      </p:to>
                                    </p:set>
                                  </p:childTnLst>
                                </p:cTn>
                              </p:par>
                              <p:par>
                                <p:cTn id="52" presetID="1" presetClass="exit" presetSubtype="0" fill="hold" nodeType="withEffect">
                                  <p:stCondLst>
                                    <p:cond delay="0"/>
                                  </p:stCondLst>
                                  <p:iterate type="lt">
                                    <p:tmAbs val="0"/>
                                  </p:iterate>
                                  <p:childTnLst>
                                    <p:set>
                                      <p:cBhvr>
                                        <p:cTn id="53" dur="1" fill="hold">
                                          <p:stCondLst>
                                            <p:cond delay="0"/>
                                          </p:stCondLst>
                                        </p:cTn>
                                        <p:tgtEl>
                                          <p:spTgt spid="65557"/>
                                        </p:tgtEl>
                                        <p:attrNameLst>
                                          <p:attrName>style.visibility</p:attrName>
                                        </p:attrNameLst>
                                      </p:cBhvr>
                                      <p:to>
                                        <p:strVal val="hidden"/>
                                      </p:to>
                                    </p:set>
                                  </p:childTnLst>
                                </p:cTn>
                              </p:par>
                              <p:par>
                                <p:cTn id="54" presetID="1" presetClass="exit" presetSubtype="0" fill="hold" nodeType="withEffect">
                                  <p:stCondLst>
                                    <p:cond delay="0"/>
                                  </p:stCondLst>
                                  <p:iterate type="lt">
                                    <p:tmAbs val="0"/>
                                  </p:iterate>
                                  <p:childTnLst>
                                    <p:set>
                                      <p:cBhvr>
                                        <p:cTn id="55" dur="1" fill="hold">
                                          <p:stCondLst>
                                            <p:cond delay="0"/>
                                          </p:stCondLst>
                                        </p:cTn>
                                        <p:tgtEl>
                                          <p:spTgt spid="65556"/>
                                        </p:tgtEl>
                                        <p:attrNameLst>
                                          <p:attrName>style.visibility</p:attrName>
                                        </p:attrNameLst>
                                      </p:cBhvr>
                                      <p:to>
                                        <p:strVal val="hidden"/>
                                      </p:to>
                                    </p:set>
                                  </p:childTnLst>
                                </p:cTn>
                              </p:par>
                              <p:par>
                                <p:cTn id="56" presetID="1" presetClass="exit" presetSubtype="0" fill="hold" nodeType="withEffect">
                                  <p:stCondLst>
                                    <p:cond delay="0"/>
                                  </p:stCondLst>
                                  <p:childTnLst>
                                    <p:set>
                                      <p:cBhvr>
                                        <p:cTn id="57" dur="1" fill="hold">
                                          <p:stCondLst>
                                            <p:cond delay="0"/>
                                          </p:stCondLst>
                                        </p:cTn>
                                        <p:tgtEl>
                                          <p:spTgt spid="65547"/>
                                        </p:tgtEl>
                                        <p:attrNameLst>
                                          <p:attrName>style.visibility</p:attrName>
                                        </p:attrNameLst>
                                      </p:cBhvr>
                                      <p:to>
                                        <p:strVal val="hidden"/>
                                      </p:to>
                                    </p:set>
                                  </p:childTnLst>
                                </p:cTn>
                              </p:par>
                              <p:par>
                                <p:cTn id="58" presetID="1" presetClass="entr" presetSubtype="0" fill="hold" nodeType="withEffect">
                                  <p:stCondLst>
                                    <p:cond delay="0"/>
                                  </p:stCondLst>
                                  <p:childTnLst>
                                    <p:set>
                                      <p:cBhvr>
                                        <p:cTn id="59" dur="1" fill="hold">
                                          <p:stCondLst>
                                            <p:cond delay="0"/>
                                          </p:stCondLst>
                                        </p:cTn>
                                        <p:tgtEl>
                                          <p:spTgt spid="65559"/>
                                        </p:tgtEl>
                                        <p:attrNameLst>
                                          <p:attrName>style.visibility</p:attrName>
                                        </p:attrNameLst>
                                      </p:cBhvr>
                                      <p:to>
                                        <p:strVal val="visible"/>
                                      </p:to>
                                    </p:set>
                                  </p:childTnLst>
                                </p:cTn>
                              </p:par>
                              <p:par>
                                <p:cTn id="60" presetID="1" presetClass="entr" presetSubtype="0" fill="hold" nodeType="withEffect">
                                  <p:stCondLst>
                                    <p:cond delay="0"/>
                                  </p:stCondLst>
                                  <p:childTnLst>
                                    <p:set>
                                      <p:cBhvr>
                                        <p:cTn id="61" dur="1" fill="hold">
                                          <p:stCondLst>
                                            <p:cond delay="0"/>
                                          </p:stCondLst>
                                        </p:cTn>
                                        <p:tgtEl>
                                          <p:spTgt spid="65560"/>
                                        </p:tgtEl>
                                        <p:attrNameLst>
                                          <p:attrName>style.visibility</p:attrName>
                                        </p:attrNameLst>
                                      </p:cBhvr>
                                      <p:to>
                                        <p:strVal val="visible"/>
                                      </p:to>
                                    </p:set>
                                  </p:childTnLst>
                                </p:cTn>
                              </p:par>
                              <p:par>
                                <p:cTn id="62" presetID="1" presetClass="entr" presetSubtype="0" fill="hold" nodeType="withEffect">
                                  <p:stCondLst>
                                    <p:cond delay="0"/>
                                  </p:stCondLst>
                                  <p:childTnLst>
                                    <p:set>
                                      <p:cBhvr>
                                        <p:cTn id="63" dur="1" fill="hold">
                                          <p:stCondLst>
                                            <p:cond delay="0"/>
                                          </p:stCondLst>
                                        </p:cTn>
                                        <p:tgtEl>
                                          <p:spTgt spid="65561"/>
                                        </p:tgtEl>
                                        <p:attrNameLst>
                                          <p:attrName>style.visibility</p:attrName>
                                        </p:attrNameLst>
                                      </p:cBhvr>
                                      <p:to>
                                        <p:strVal val="visible"/>
                                      </p:to>
                                    </p:set>
                                  </p:childTnLst>
                                </p:cTn>
                              </p:par>
                              <p:par>
                                <p:cTn id="64" presetID="1" presetClass="entr" presetSubtype="0" fill="hold" nodeType="withEffect">
                                  <p:stCondLst>
                                    <p:cond delay="0"/>
                                  </p:stCondLst>
                                  <p:childTnLst>
                                    <p:set>
                                      <p:cBhvr>
                                        <p:cTn id="65" dur="1" fill="hold">
                                          <p:stCondLst>
                                            <p:cond delay="0"/>
                                          </p:stCondLst>
                                        </p:cTn>
                                        <p:tgtEl>
                                          <p:spTgt spid="65562"/>
                                        </p:tgtEl>
                                        <p:attrNameLst>
                                          <p:attrName>style.visibility</p:attrName>
                                        </p:attrNameLst>
                                      </p:cBhvr>
                                      <p:to>
                                        <p:strVal val="visible"/>
                                      </p:to>
                                    </p:set>
                                  </p:childTnLst>
                                </p:cTn>
                              </p:par>
                              <p:par>
                                <p:cTn id="66" presetID="1" presetClass="entr" presetSubtype="0" fill="hold" nodeType="withEffect">
                                  <p:stCondLst>
                                    <p:cond delay="0"/>
                                  </p:stCondLst>
                                  <p:childTnLst>
                                    <p:set>
                                      <p:cBhvr>
                                        <p:cTn id="67" dur="1" fill="hold">
                                          <p:stCondLst>
                                            <p:cond delay="0"/>
                                          </p:stCondLst>
                                        </p:cTn>
                                        <p:tgtEl>
                                          <p:spTgt spid="65563"/>
                                        </p:tgtEl>
                                        <p:attrNameLst>
                                          <p:attrName>style.visibility</p:attrName>
                                        </p:attrNameLst>
                                      </p:cBhvr>
                                      <p:to>
                                        <p:strVal val="visible"/>
                                      </p:to>
                                    </p:set>
                                  </p:childTnLst>
                                </p:cTn>
                              </p:par>
                              <p:par>
                                <p:cTn id="68" presetID="1" presetClass="entr" presetSubtype="0" fill="hold" nodeType="withEffect">
                                  <p:stCondLst>
                                    <p:cond delay="0"/>
                                  </p:stCondLst>
                                  <p:childTnLst>
                                    <p:set>
                                      <p:cBhvr>
                                        <p:cTn id="69" dur="1" fill="hold">
                                          <p:stCondLst>
                                            <p:cond delay="0"/>
                                          </p:stCondLst>
                                        </p:cTn>
                                        <p:tgtEl>
                                          <p:spTgt spid="65564"/>
                                        </p:tgtEl>
                                        <p:attrNameLst>
                                          <p:attrName>style.visibility</p:attrName>
                                        </p:attrNameLst>
                                      </p:cBhvr>
                                      <p:to>
                                        <p:strVal val="visible"/>
                                      </p:to>
                                    </p:set>
                                  </p:childTnLst>
                                </p:cTn>
                              </p:par>
                            </p:childTnLst>
                          </p:cTn>
                        </p:par>
                        <p:par>
                          <p:cTn id="70" fill="hold" nodeType="afterGroup">
                            <p:stCondLst>
                              <p:cond delay="0"/>
                            </p:stCondLst>
                            <p:childTnLst>
                              <p:par>
                                <p:cTn id="71" presetID="1" presetClass="entr" presetSubtype="0" fill="hold" nodeType="afterEffect">
                                  <p:stCondLst>
                                    <p:cond delay="0"/>
                                  </p:stCondLst>
                                  <p:childTnLst>
                                    <p:set>
                                      <p:cBhvr>
                                        <p:cTn id="72" dur="1" fill="hold">
                                          <p:stCondLst>
                                            <p:cond delay="0"/>
                                          </p:stCondLst>
                                        </p:cTn>
                                        <p:tgtEl>
                                          <p:spTgt spid="65546"/>
                                        </p:tgtEl>
                                        <p:attrNameLst>
                                          <p:attrName>style.visibility</p:attrName>
                                        </p:attrNameLst>
                                      </p:cBhvr>
                                      <p:to>
                                        <p:strVal val="visible"/>
                                      </p:to>
                                    </p:set>
                                  </p:childTnLst>
                                </p:cTn>
                              </p:par>
                            </p:childTnLst>
                          </p:cTn>
                        </p:par>
                        <p:par>
                          <p:cTn id="73" fill="hold" nodeType="afterGroup">
                            <p:stCondLst>
                              <p:cond delay="0"/>
                            </p:stCondLst>
                            <p:childTnLst>
                              <p:par>
                                <p:cTn id="74" presetID="1" presetClass="entr" presetSubtype="0" fill="hold" nodeType="afterEffect">
                                  <p:stCondLst>
                                    <p:cond delay="0"/>
                                  </p:stCondLst>
                                  <p:childTnLst>
                                    <p:set>
                                      <p:cBhvr>
                                        <p:cTn id="75" dur="1" fill="hold">
                                          <p:stCondLst>
                                            <p:cond delay="0"/>
                                          </p:stCondLst>
                                        </p:cTn>
                                        <p:tgtEl>
                                          <p:spTgt spid="65551"/>
                                        </p:tgtEl>
                                        <p:attrNameLst>
                                          <p:attrName>style.visibility</p:attrName>
                                        </p:attrNameLst>
                                      </p:cBhvr>
                                      <p:to>
                                        <p:strVal val="visible"/>
                                      </p:to>
                                    </p:set>
                                  </p:childTnLst>
                                </p:cTn>
                              </p:par>
                            </p:childTnLst>
                          </p:cTn>
                        </p:par>
                        <p:par>
                          <p:cTn id="76" fill="hold" nodeType="afterGroup">
                            <p:stCondLst>
                              <p:cond delay="0"/>
                            </p:stCondLst>
                            <p:childTnLst>
                              <p:par>
                                <p:cTn id="77" presetID="1" presetClass="entr" presetSubtype="0" fill="hold" nodeType="afterEffect">
                                  <p:stCondLst>
                                    <p:cond delay="0"/>
                                  </p:stCondLst>
                                  <p:childTnLst>
                                    <p:set>
                                      <p:cBhvr>
                                        <p:cTn id="78" dur="1" fill="hold">
                                          <p:stCondLst>
                                            <p:cond delay="0"/>
                                          </p:stCondLst>
                                        </p:cTn>
                                        <p:tgtEl>
                                          <p:spTgt spid="65555"/>
                                        </p:tgtEl>
                                        <p:attrNameLst>
                                          <p:attrName>style.visibility</p:attrName>
                                        </p:attrNameLst>
                                      </p:cBhvr>
                                      <p:to>
                                        <p:strVal val="visible"/>
                                      </p:to>
                                    </p:set>
                                  </p:childTnLst>
                                </p:cTn>
                              </p:par>
                            </p:childTnLst>
                          </p:cTn>
                        </p:par>
                        <p:par>
                          <p:cTn id="79" fill="hold" nodeType="afterGroup">
                            <p:stCondLst>
                              <p:cond delay="0"/>
                            </p:stCondLst>
                            <p:childTnLst>
                              <p:par>
                                <p:cTn id="80" presetID="1" presetClass="entr" presetSubtype="0" fill="hold" nodeType="afterEffect">
                                  <p:stCondLst>
                                    <p:cond delay="0"/>
                                  </p:stCondLst>
                                  <p:childTnLst>
                                    <p:set>
                                      <p:cBhvr>
                                        <p:cTn id="81" dur="1" fill="hold">
                                          <p:stCondLst>
                                            <p:cond delay="0"/>
                                          </p:stCondLst>
                                        </p:cTn>
                                        <p:tgtEl>
                                          <p:spTgt spid="65552"/>
                                        </p:tgtEl>
                                        <p:attrNameLst>
                                          <p:attrName>style.visibility</p:attrName>
                                        </p:attrNameLst>
                                      </p:cBhvr>
                                      <p:to>
                                        <p:strVal val="visible"/>
                                      </p:to>
                                    </p:set>
                                  </p:childTnLst>
                                </p:cTn>
                              </p:par>
                            </p:childTnLst>
                          </p:cTn>
                        </p:par>
                        <p:par>
                          <p:cTn id="82" fill="hold" nodeType="afterGroup">
                            <p:stCondLst>
                              <p:cond delay="0"/>
                            </p:stCondLst>
                            <p:childTnLst>
                              <p:par>
                                <p:cTn id="83" presetID="1" presetClass="entr" presetSubtype="0" fill="hold" nodeType="afterEffect">
                                  <p:stCondLst>
                                    <p:cond delay="0"/>
                                  </p:stCondLst>
                                  <p:childTnLst>
                                    <p:set>
                                      <p:cBhvr>
                                        <p:cTn id="84" dur="1" fill="hold">
                                          <p:stCondLst>
                                            <p:cond delay="0"/>
                                          </p:stCondLst>
                                        </p:cTn>
                                        <p:tgtEl>
                                          <p:spTgt spid="65553"/>
                                        </p:tgtEl>
                                        <p:attrNameLst>
                                          <p:attrName>style.visibility</p:attrName>
                                        </p:attrNameLst>
                                      </p:cBhvr>
                                      <p:to>
                                        <p:strVal val="visible"/>
                                      </p:to>
                                    </p:set>
                                  </p:childTnLst>
                                </p:cTn>
                              </p:par>
                            </p:childTnLst>
                          </p:cTn>
                        </p:par>
                        <p:par>
                          <p:cTn id="85" fill="hold" nodeType="afterGroup">
                            <p:stCondLst>
                              <p:cond delay="0"/>
                            </p:stCondLst>
                            <p:childTnLst>
                              <p:par>
                                <p:cTn id="86" presetID="1" presetClass="entr" presetSubtype="0" fill="hold" nodeType="afterEffect">
                                  <p:stCondLst>
                                    <p:cond delay="0"/>
                                  </p:stCondLst>
                                  <p:childTnLst>
                                    <p:set>
                                      <p:cBhvr>
                                        <p:cTn id="87" dur="1" fill="hold">
                                          <p:stCondLst>
                                            <p:cond delay="0"/>
                                          </p:stCondLst>
                                        </p:cTn>
                                        <p:tgtEl>
                                          <p:spTgt spid="65554"/>
                                        </p:tgtEl>
                                        <p:attrNameLst>
                                          <p:attrName>style.visibility</p:attrName>
                                        </p:attrNameLst>
                                      </p:cBhvr>
                                      <p:to>
                                        <p:strVal val="visible"/>
                                      </p:to>
                                    </p:set>
                                  </p:childTnLst>
                                </p:cTn>
                              </p:par>
                            </p:childTnLst>
                          </p:cTn>
                        </p:par>
                      </p:childTnLst>
                    </p:cTn>
                  </p:par>
                  <p:par>
                    <p:cTn id="88" fill="hold" nodeType="clickPar">
                      <p:stCondLst>
                        <p:cond delay="indefinite"/>
                      </p:stCondLst>
                      <p:childTnLst>
                        <p:par>
                          <p:cTn id="89" fill="hold" nodeType="withGroup">
                            <p:stCondLst>
                              <p:cond delay="0"/>
                            </p:stCondLst>
                            <p:childTnLst>
                              <p:par>
                                <p:cTn id="90" presetID="1" presetClass="entr" presetSubtype="0" fill="hold" nodeType="clickEffect">
                                  <p:stCondLst>
                                    <p:cond delay="0"/>
                                  </p:stCondLst>
                                  <p:childTnLst>
                                    <p:set>
                                      <p:cBhvr>
                                        <p:cTn id="91" dur="1" fill="hold">
                                          <p:stCondLst>
                                            <p:cond delay="0"/>
                                          </p:stCondLst>
                                        </p:cTn>
                                        <p:tgtEl>
                                          <p:spTgt spid="65544">
                                            <p:txEl>
                                              <p:pRg st="6" end="6"/>
                                            </p:txEl>
                                          </p:spTgt>
                                        </p:tgtEl>
                                        <p:attrNameLst>
                                          <p:attrName>style.visibility</p:attrName>
                                        </p:attrNameLst>
                                      </p:cBhvr>
                                      <p:to>
                                        <p:strVal val="visible"/>
                                      </p:to>
                                    </p:set>
                                  </p:childTnLst>
                                </p:cTn>
                              </p:par>
                              <p:par>
                                <p:cTn id="92" presetID="1" presetClass="exit" presetSubtype="0" fill="hold" nodeType="withEffect">
                                  <p:stCondLst>
                                    <p:cond delay="0"/>
                                  </p:stCondLst>
                                  <p:childTnLst>
                                    <p:set>
                                      <p:cBhvr>
                                        <p:cTn id="93" dur="1" fill="hold">
                                          <p:stCondLst>
                                            <p:cond delay="0"/>
                                          </p:stCondLst>
                                        </p:cTn>
                                        <p:tgtEl>
                                          <p:spTgt spid="65549"/>
                                        </p:tgtEl>
                                        <p:attrNameLst>
                                          <p:attrName>style.visibility</p:attrName>
                                        </p:attrNameLst>
                                      </p:cBhvr>
                                      <p:to>
                                        <p:strVal val="hidden"/>
                                      </p:to>
                                    </p:set>
                                  </p:childTnLst>
                                </p:cTn>
                              </p:par>
                              <p:par>
                                <p:cTn id="94" presetID="1" presetClass="exit" presetSubtype="0" fill="hold" nodeType="withEffect">
                                  <p:stCondLst>
                                    <p:cond delay="0"/>
                                  </p:stCondLst>
                                  <p:childTnLst>
                                    <p:set>
                                      <p:cBhvr>
                                        <p:cTn id="95" dur="1" fill="hold">
                                          <p:stCondLst>
                                            <p:cond delay="0"/>
                                          </p:stCondLst>
                                        </p:cTn>
                                        <p:tgtEl>
                                          <p:spTgt spid="65559"/>
                                        </p:tgtEl>
                                        <p:attrNameLst>
                                          <p:attrName>style.visibility</p:attrName>
                                        </p:attrNameLst>
                                      </p:cBhvr>
                                      <p:to>
                                        <p:strVal val="hidden"/>
                                      </p:to>
                                    </p:set>
                                  </p:childTnLst>
                                </p:cTn>
                              </p:par>
                              <p:par>
                                <p:cTn id="96" presetID="1" presetClass="exit" presetSubtype="0" fill="hold" nodeType="withEffect">
                                  <p:stCondLst>
                                    <p:cond delay="0"/>
                                  </p:stCondLst>
                                  <p:childTnLst>
                                    <p:set>
                                      <p:cBhvr>
                                        <p:cTn id="97" dur="1" fill="hold">
                                          <p:stCondLst>
                                            <p:cond delay="0"/>
                                          </p:stCondLst>
                                        </p:cTn>
                                        <p:tgtEl>
                                          <p:spTgt spid="65560"/>
                                        </p:tgtEl>
                                        <p:attrNameLst>
                                          <p:attrName>style.visibility</p:attrName>
                                        </p:attrNameLst>
                                      </p:cBhvr>
                                      <p:to>
                                        <p:strVal val="hidden"/>
                                      </p:to>
                                    </p:set>
                                  </p:childTnLst>
                                </p:cTn>
                              </p:par>
                              <p:par>
                                <p:cTn id="98" presetID="1" presetClass="exit" presetSubtype="0" fill="hold" nodeType="withEffect">
                                  <p:stCondLst>
                                    <p:cond delay="0"/>
                                  </p:stCondLst>
                                  <p:childTnLst>
                                    <p:set>
                                      <p:cBhvr>
                                        <p:cTn id="99" dur="1" fill="hold">
                                          <p:stCondLst>
                                            <p:cond delay="0"/>
                                          </p:stCondLst>
                                        </p:cTn>
                                        <p:tgtEl>
                                          <p:spTgt spid="65561"/>
                                        </p:tgtEl>
                                        <p:attrNameLst>
                                          <p:attrName>style.visibility</p:attrName>
                                        </p:attrNameLst>
                                      </p:cBhvr>
                                      <p:to>
                                        <p:strVal val="hidden"/>
                                      </p:to>
                                    </p:set>
                                  </p:childTnLst>
                                </p:cTn>
                              </p:par>
                              <p:par>
                                <p:cTn id="100" presetID="1" presetClass="exit" presetSubtype="0" fill="hold" nodeType="withEffect">
                                  <p:stCondLst>
                                    <p:cond delay="0"/>
                                  </p:stCondLst>
                                  <p:childTnLst>
                                    <p:set>
                                      <p:cBhvr>
                                        <p:cTn id="101" dur="1" fill="hold">
                                          <p:stCondLst>
                                            <p:cond delay="0"/>
                                          </p:stCondLst>
                                        </p:cTn>
                                        <p:tgtEl>
                                          <p:spTgt spid="65562"/>
                                        </p:tgtEl>
                                        <p:attrNameLst>
                                          <p:attrName>style.visibility</p:attrName>
                                        </p:attrNameLst>
                                      </p:cBhvr>
                                      <p:to>
                                        <p:strVal val="hidden"/>
                                      </p:to>
                                    </p:set>
                                  </p:childTnLst>
                                </p:cTn>
                              </p:par>
                              <p:par>
                                <p:cTn id="102" presetID="1" presetClass="exit" presetSubtype="0" fill="hold" nodeType="withEffect">
                                  <p:stCondLst>
                                    <p:cond delay="0"/>
                                  </p:stCondLst>
                                  <p:childTnLst>
                                    <p:set>
                                      <p:cBhvr>
                                        <p:cTn id="103" dur="1" fill="hold">
                                          <p:stCondLst>
                                            <p:cond delay="0"/>
                                          </p:stCondLst>
                                        </p:cTn>
                                        <p:tgtEl>
                                          <p:spTgt spid="65563"/>
                                        </p:tgtEl>
                                        <p:attrNameLst>
                                          <p:attrName>style.visibility</p:attrName>
                                        </p:attrNameLst>
                                      </p:cBhvr>
                                      <p:to>
                                        <p:strVal val="hidden"/>
                                      </p:to>
                                    </p:set>
                                  </p:childTnLst>
                                </p:cTn>
                              </p:par>
                              <p:par>
                                <p:cTn id="104" presetID="1" presetClass="exit" presetSubtype="0" fill="hold" nodeType="withEffect">
                                  <p:stCondLst>
                                    <p:cond delay="0"/>
                                  </p:stCondLst>
                                  <p:childTnLst>
                                    <p:set>
                                      <p:cBhvr>
                                        <p:cTn id="105" dur="1" fill="hold">
                                          <p:stCondLst>
                                            <p:cond delay="0"/>
                                          </p:stCondLst>
                                        </p:cTn>
                                        <p:tgtEl>
                                          <p:spTgt spid="65564"/>
                                        </p:tgtEl>
                                        <p:attrNameLst>
                                          <p:attrName>style.visibility</p:attrName>
                                        </p:attrNameLst>
                                      </p:cBhvr>
                                      <p:to>
                                        <p:strVal val="hidden"/>
                                      </p:to>
                                    </p:set>
                                  </p:childTnLst>
                                </p:cTn>
                              </p:par>
                              <p:par>
                                <p:cTn id="106" presetID="1" presetClass="entr" presetSubtype="0" fill="hold" nodeType="withEffect">
                                  <p:stCondLst>
                                    <p:cond delay="0"/>
                                  </p:stCondLst>
                                  <p:childTnLst>
                                    <p:set>
                                      <p:cBhvr>
                                        <p:cTn id="107" dur="1" fill="hold">
                                          <p:stCondLst>
                                            <p:cond delay="0"/>
                                          </p:stCondLst>
                                        </p:cTn>
                                        <p:tgtEl>
                                          <p:spTgt spid="65569"/>
                                        </p:tgtEl>
                                        <p:attrNameLst>
                                          <p:attrName>style.visibility</p:attrName>
                                        </p:attrNameLst>
                                      </p:cBhvr>
                                      <p:to>
                                        <p:strVal val="visible"/>
                                      </p:to>
                                    </p:set>
                                  </p:childTnLst>
                                </p:cTn>
                              </p:par>
                              <p:par>
                                <p:cTn id="108" presetID="1" presetClass="entr" presetSubtype="0" fill="hold" nodeType="withEffect">
                                  <p:stCondLst>
                                    <p:cond delay="0"/>
                                  </p:stCondLst>
                                  <p:childTnLst>
                                    <p:set>
                                      <p:cBhvr>
                                        <p:cTn id="109" dur="1" fill="hold">
                                          <p:stCondLst>
                                            <p:cond delay="0"/>
                                          </p:stCondLst>
                                        </p:cTn>
                                        <p:tgtEl>
                                          <p:spTgt spid="65567"/>
                                        </p:tgtEl>
                                        <p:attrNameLst>
                                          <p:attrName>style.visibility</p:attrName>
                                        </p:attrNameLst>
                                      </p:cBhvr>
                                      <p:to>
                                        <p:strVal val="visible"/>
                                      </p:to>
                                    </p:set>
                                  </p:childTnLst>
                                </p:cTn>
                              </p:par>
                              <p:par>
                                <p:cTn id="110" presetID="1" presetClass="entr" presetSubtype="0" fill="hold" nodeType="withEffect">
                                  <p:stCondLst>
                                    <p:cond delay="0"/>
                                  </p:stCondLst>
                                  <p:childTnLst>
                                    <p:set>
                                      <p:cBhvr>
                                        <p:cTn id="111" dur="1" fill="hold">
                                          <p:stCondLst>
                                            <p:cond delay="0"/>
                                          </p:stCondLst>
                                        </p:cTn>
                                        <p:tgtEl>
                                          <p:spTgt spid="65566"/>
                                        </p:tgtEl>
                                        <p:attrNameLst>
                                          <p:attrName>style.visibility</p:attrName>
                                        </p:attrNameLst>
                                      </p:cBhvr>
                                      <p:to>
                                        <p:strVal val="visible"/>
                                      </p:to>
                                    </p:set>
                                  </p:childTnLst>
                                </p:cTn>
                              </p:par>
                              <p:par>
                                <p:cTn id="112" presetID="1" presetClass="entr" presetSubtype="0" fill="hold" nodeType="withEffect">
                                  <p:stCondLst>
                                    <p:cond delay="0"/>
                                  </p:stCondLst>
                                  <p:childTnLst>
                                    <p:set>
                                      <p:cBhvr>
                                        <p:cTn id="113" dur="1" fill="hold">
                                          <p:stCondLst>
                                            <p:cond delay="0"/>
                                          </p:stCondLst>
                                        </p:cTn>
                                        <p:tgtEl>
                                          <p:spTgt spid="65572"/>
                                        </p:tgtEl>
                                        <p:attrNameLst>
                                          <p:attrName>style.visibility</p:attrName>
                                        </p:attrNameLst>
                                      </p:cBhvr>
                                      <p:to>
                                        <p:strVal val="visible"/>
                                      </p:to>
                                    </p:set>
                                  </p:childTnLst>
                                </p:cTn>
                              </p:par>
                              <p:par>
                                <p:cTn id="114" presetID="1" presetClass="entr" presetSubtype="0" fill="hold" nodeType="withEffect">
                                  <p:stCondLst>
                                    <p:cond delay="0"/>
                                  </p:stCondLst>
                                  <p:childTnLst>
                                    <p:set>
                                      <p:cBhvr>
                                        <p:cTn id="115" dur="1" fill="hold">
                                          <p:stCondLst>
                                            <p:cond delay="0"/>
                                          </p:stCondLst>
                                        </p:cTn>
                                        <p:tgtEl>
                                          <p:spTgt spid="65571"/>
                                        </p:tgtEl>
                                        <p:attrNameLst>
                                          <p:attrName>style.visibility</p:attrName>
                                        </p:attrNameLst>
                                      </p:cBhvr>
                                      <p:to>
                                        <p:strVal val="visible"/>
                                      </p:to>
                                    </p:set>
                                  </p:childTnLst>
                                </p:cTn>
                              </p:par>
                              <p:par>
                                <p:cTn id="116" presetID="1" presetClass="entr" presetSubtype="0" fill="hold" nodeType="withEffect">
                                  <p:stCondLst>
                                    <p:cond delay="0"/>
                                  </p:stCondLst>
                                  <p:childTnLst>
                                    <p:set>
                                      <p:cBhvr>
                                        <p:cTn id="117" dur="1" fill="hold">
                                          <p:stCondLst>
                                            <p:cond delay="0"/>
                                          </p:stCondLst>
                                        </p:cTn>
                                        <p:tgtEl>
                                          <p:spTgt spid="65570"/>
                                        </p:tgtEl>
                                        <p:attrNameLst>
                                          <p:attrName>style.visibility</p:attrName>
                                        </p:attrNameLst>
                                      </p:cBhvr>
                                      <p:to>
                                        <p:strVal val="visible"/>
                                      </p:to>
                                    </p:set>
                                  </p:childTnLst>
                                </p:cTn>
                              </p:par>
                              <p:par>
                                <p:cTn id="118" presetID="1" presetClass="entr" presetSubtype="0" fill="hold" nodeType="withEffect">
                                  <p:stCondLst>
                                    <p:cond delay="0"/>
                                  </p:stCondLst>
                                  <p:childTnLst>
                                    <p:set>
                                      <p:cBhvr>
                                        <p:cTn id="119" dur="1" fill="hold">
                                          <p:stCondLst>
                                            <p:cond delay="0"/>
                                          </p:stCondLst>
                                        </p:cTn>
                                        <p:tgtEl>
                                          <p:spTgt spid="65568"/>
                                        </p:tgtEl>
                                        <p:attrNameLst>
                                          <p:attrName>style.visibility</p:attrName>
                                        </p:attrNameLst>
                                      </p:cBhvr>
                                      <p:to>
                                        <p:strVal val="visible"/>
                                      </p:to>
                                    </p:set>
                                  </p:childTnLst>
                                </p:cTn>
                              </p:par>
                              <p:par>
                                <p:cTn id="120" presetID="1" presetClass="entr" presetSubtype="0" fill="hold" nodeType="withEffect">
                                  <p:stCondLst>
                                    <p:cond delay="0"/>
                                  </p:stCondLst>
                                  <p:childTnLst>
                                    <p:set>
                                      <p:cBhvr>
                                        <p:cTn id="121" dur="1" fill="hold">
                                          <p:stCondLst>
                                            <p:cond delay="0"/>
                                          </p:stCondLst>
                                        </p:cTn>
                                        <p:tgtEl>
                                          <p:spTgt spid="65542"/>
                                        </p:tgtEl>
                                        <p:attrNameLst>
                                          <p:attrName>style.visibility</p:attrName>
                                        </p:attrNameLst>
                                      </p:cBhvr>
                                      <p:to>
                                        <p:strVal val="visible"/>
                                      </p:to>
                                    </p:set>
                                  </p:childTnLst>
                                </p:cTn>
                              </p:par>
                            </p:childTnLst>
                          </p:cTn>
                        </p:par>
                        <p:par>
                          <p:cTn id="122" fill="hold" nodeType="afterGroup">
                            <p:stCondLst>
                              <p:cond delay="0"/>
                            </p:stCondLst>
                            <p:childTnLst>
                              <p:par>
                                <p:cTn id="123" presetID="26" presetClass="emph" presetSubtype="0" fill="hold" nodeType="afterEffect">
                                  <p:stCondLst>
                                    <p:cond delay="0"/>
                                  </p:stCondLst>
                                  <p:childTnLst>
                                    <p:animEffect transition="out" filter="fade">
                                      <p:cBhvr>
                                        <p:cTn id="124" dur="500" tmFilter="0, 0; .2, .5; .8, .5; 1, 0"/>
                                        <p:tgtEl>
                                          <p:spTgt spid="65569"/>
                                        </p:tgtEl>
                                      </p:cBhvr>
                                    </p:animEffect>
                                    <p:animScale>
                                      <p:cBhvr>
                                        <p:cTn id="125" dur="250" autoRev="1" fill="hold"/>
                                        <p:tgtEl>
                                          <p:spTgt spid="65569"/>
                                        </p:tgtEl>
                                      </p:cBhvr>
                                      <p:by x="105000" y="105000"/>
                                    </p:animScale>
                                  </p:childTnLst>
                                </p:cTn>
                              </p:par>
                              <p:par>
                                <p:cTn id="126" presetID="26" presetClass="emph" presetSubtype="0" fill="hold" nodeType="withEffect">
                                  <p:stCondLst>
                                    <p:cond delay="0"/>
                                  </p:stCondLst>
                                  <p:childTnLst>
                                    <p:animEffect transition="out" filter="fade">
                                      <p:cBhvr>
                                        <p:cTn id="127" dur="500" tmFilter="0, 0; .2, .5; .8, .5; 1, 0"/>
                                        <p:tgtEl>
                                          <p:spTgt spid="65567"/>
                                        </p:tgtEl>
                                      </p:cBhvr>
                                    </p:animEffect>
                                    <p:animScale>
                                      <p:cBhvr>
                                        <p:cTn id="128" dur="250" autoRev="1" fill="hold"/>
                                        <p:tgtEl>
                                          <p:spTgt spid="65567"/>
                                        </p:tgtEl>
                                      </p:cBhvr>
                                      <p:by x="105000" y="105000"/>
                                    </p:animScale>
                                  </p:childTnLst>
                                </p:cTn>
                              </p:par>
                              <p:par>
                                <p:cTn id="129" presetID="26" presetClass="emph" presetSubtype="0" fill="hold" nodeType="withEffect">
                                  <p:stCondLst>
                                    <p:cond delay="0"/>
                                  </p:stCondLst>
                                  <p:childTnLst>
                                    <p:animEffect transition="out" filter="fade">
                                      <p:cBhvr>
                                        <p:cTn id="130" dur="500" tmFilter="0, 0; .2, .5; .8, .5; 1, 0"/>
                                        <p:tgtEl>
                                          <p:spTgt spid="65566"/>
                                        </p:tgtEl>
                                      </p:cBhvr>
                                    </p:animEffect>
                                    <p:animScale>
                                      <p:cBhvr>
                                        <p:cTn id="131" dur="250" autoRev="1" fill="hold"/>
                                        <p:tgtEl>
                                          <p:spTgt spid="65566"/>
                                        </p:tgtEl>
                                      </p:cBhvr>
                                      <p:by x="105000" y="105000"/>
                                    </p:animScale>
                                  </p:childTnLst>
                                </p:cTn>
                              </p:par>
                              <p:par>
                                <p:cTn id="132" presetID="26" presetClass="emph" presetSubtype="0" fill="hold" nodeType="withEffect">
                                  <p:stCondLst>
                                    <p:cond delay="0"/>
                                  </p:stCondLst>
                                  <p:childTnLst>
                                    <p:animEffect transition="out" filter="fade">
                                      <p:cBhvr>
                                        <p:cTn id="133" dur="500" tmFilter="0, 0; .2, .5; .8, .5; 1, 0"/>
                                        <p:tgtEl>
                                          <p:spTgt spid="65572"/>
                                        </p:tgtEl>
                                      </p:cBhvr>
                                    </p:animEffect>
                                    <p:animScale>
                                      <p:cBhvr>
                                        <p:cTn id="134" dur="250" autoRev="1" fill="hold"/>
                                        <p:tgtEl>
                                          <p:spTgt spid="65572"/>
                                        </p:tgtEl>
                                      </p:cBhvr>
                                      <p:by x="105000" y="105000"/>
                                    </p:animScale>
                                  </p:childTnLst>
                                </p:cTn>
                              </p:par>
                              <p:par>
                                <p:cTn id="135" presetID="26" presetClass="emph" presetSubtype="0" fill="hold" nodeType="withEffect">
                                  <p:stCondLst>
                                    <p:cond delay="0"/>
                                  </p:stCondLst>
                                  <p:childTnLst>
                                    <p:animEffect transition="out" filter="fade">
                                      <p:cBhvr>
                                        <p:cTn id="136" dur="500" tmFilter="0, 0; .2, .5; .8, .5; 1, 0"/>
                                        <p:tgtEl>
                                          <p:spTgt spid="65571"/>
                                        </p:tgtEl>
                                      </p:cBhvr>
                                    </p:animEffect>
                                    <p:animScale>
                                      <p:cBhvr>
                                        <p:cTn id="137" dur="250" autoRev="1" fill="hold"/>
                                        <p:tgtEl>
                                          <p:spTgt spid="65571"/>
                                        </p:tgtEl>
                                      </p:cBhvr>
                                      <p:by x="105000" y="105000"/>
                                    </p:animScale>
                                  </p:childTnLst>
                                </p:cTn>
                              </p:par>
                              <p:par>
                                <p:cTn id="138" presetID="26" presetClass="emph" presetSubtype="0" fill="hold" nodeType="withEffect">
                                  <p:stCondLst>
                                    <p:cond delay="0"/>
                                  </p:stCondLst>
                                  <p:childTnLst>
                                    <p:animEffect transition="out" filter="fade">
                                      <p:cBhvr>
                                        <p:cTn id="139" dur="500" tmFilter="0, 0; .2, .5; .8, .5; 1, 0"/>
                                        <p:tgtEl>
                                          <p:spTgt spid="65570"/>
                                        </p:tgtEl>
                                      </p:cBhvr>
                                    </p:animEffect>
                                    <p:animScale>
                                      <p:cBhvr>
                                        <p:cTn id="140" dur="250" autoRev="1" fill="hold"/>
                                        <p:tgtEl>
                                          <p:spTgt spid="65570"/>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323CACD9-71F2-4891-9B61-9D9005E44E1A}"/>
              </a:ext>
            </a:extLst>
          </p:cNvPr>
          <p:cNvSpPr>
            <a:spLocks noGrp="1" noChangeArrowheads="1"/>
          </p:cNvSpPr>
          <p:nvPr>
            <p:ph type="title"/>
          </p:nvPr>
        </p:nvSpPr>
        <p:spPr/>
        <p:txBody>
          <a:bodyPr>
            <a:normAutofit/>
          </a:bodyPr>
          <a:lstStyle/>
          <a:p>
            <a:pPr marL="838200" indent="-838200" algn="ctr"/>
            <a:r>
              <a:rPr lang="en-US" altLang="en-US" sz="4000" dirty="0">
                <a:effectLst>
                  <a:outerShdw blurRad="38100" dist="38100" dir="2700000" algn="tl">
                    <a:srgbClr val="FFFFFF"/>
                  </a:outerShdw>
                </a:effectLst>
              </a:rPr>
              <a:t>Bandwidth/Throughput Attacks</a:t>
            </a:r>
            <a:br>
              <a:rPr lang="en-US" altLang="en-US" sz="4000" dirty="0">
                <a:effectLst>
                  <a:outerShdw blurRad="38100" dist="38100" dir="2700000" algn="tl">
                    <a:srgbClr val="FFFFFF"/>
                  </a:outerShdw>
                </a:effectLst>
              </a:rPr>
            </a:br>
            <a:endParaRPr lang="en-US" altLang="en-US" sz="4000" dirty="0">
              <a:effectLst>
                <a:outerShdw blurRad="38100" dist="38100" dir="2700000" algn="tl">
                  <a:srgbClr val="FFFFFF"/>
                </a:outerShdw>
              </a:effectLst>
            </a:endParaRPr>
          </a:p>
        </p:txBody>
      </p:sp>
      <p:sp>
        <p:nvSpPr>
          <p:cNvPr id="27651" name="Rectangle 3">
            <a:extLst>
              <a:ext uri="{FF2B5EF4-FFF2-40B4-BE49-F238E27FC236}">
                <a16:creationId xmlns:a16="http://schemas.microsoft.com/office/drawing/2014/main" id="{4FBD2094-9408-4F0E-A9DF-9E562A1BEEB8}"/>
              </a:ext>
            </a:extLst>
          </p:cNvPr>
          <p:cNvSpPr>
            <a:spLocks noGrp="1" noChangeArrowheads="1"/>
          </p:cNvSpPr>
          <p:nvPr>
            <p:ph sz="quarter" idx="1"/>
          </p:nvPr>
        </p:nvSpPr>
        <p:spPr>
          <a:xfrm>
            <a:off x="1251678" y="2286001"/>
            <a:ext cx="8467509" cy="3593591"/>
          </a:xfrm>
        </p:spPr>
        <p:txBody>
          <a:bodyPr>
            <a:normAutofit/>
          </a:bodyPr>
          <a:lstStyle/>
          <a:p>
            <a:r>
              <a:rPr lang="en-US" altLang="en-US" sz="2400" dirty="0"/>
              <a:t>Ping Flood Attack (ICMP echo)</a:t>
            </a:r>
          </a:p>
          <a:p>
            <a:r>
              <a:rPr lang="en-US" altLang="en-US" sz="2400" dirty="0"/>
              <a:t>SYN Flood Attack (</a:t>
            </a:r>
            <a:r>
              <a:rPr lang="en-US" altLang="en-US" sz="2400" dirty="0" err="1"/>
              <a:t>DoS</a:t>
            </a:r>
            <a:r>
              <a:rPr lang="en-US" altLang="en-US" sz="2400" dirty="0"/>
              <a:t> attack)</a:t>
            </a:r>
          </a:p>
          <a:p>
            <a:r>
              <a:rPr lang="en-US" altLang="en-US" sz="2400" dirty="0"/>
              <a:t>Distributed SYN Flood(</a:t>
            </a:r>
            <a:r>
              <a:rPr lang="en-US" altLang="en-US" sz="2400" dirty="0" err="1"/>
              <a:t>DDoS</a:t>
            </a:r>
            <a:r>
              <a:rPr lang="en-US" altLang="en-US" sz="2400" dirty="0"/>
              <a:t> Attack )</a:t>
            </a:r>
          </a:p>
          <a:p>
            <a:r>
              <a:rPr lang="en-US" altLang="en-US" sz="2400" dirty="0"/>
              <a:t>UDP Flood Attacks</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026">
            <a:extLst>
              <a:ext uri="{FF2B5EF4-FFF2-40B4-BE49-F238E27FC236}">
                <a16:creationId xmlns:a16="http://schemas.microsoft.com/office/drawing/2014/main" id="{21D4B1A6-AFBB-4E5F-931F-13D523FDECBA}"/>
              </a:ext>
            </a:extLst>
          </p:cNvPr>
          <p:cNvSpPr>
            <a:spLocks noGrp="1" noChangeArrowheads="1"/>
          </p:cNvSpPr>
          <p:nvPr>
            <p:ph type="title"/>
          </p:nvPr>
        </p:nvSpPr>
        <p:spPr/>
        <p:txBody>
          <a:bodyPr/>
          <a:lstStyle/>
          <a:p>
            <a:pPr algn="ctr"/>
            <a:r>
              <a:rPr lang="en-US" altLang="en-US" dirty="0">
                <a:effectLst>
                  <a:outerShdw blurRad="38100" dist="38100" dir="2700000" algn="tl">
                    <a:srgbClr val="FFFFFF"/>
                  </a:outerShdw>
                </a:effectLst>
              </a:rPr>
              <a:t>Ping Flood Attack</a:t>
            </a:r>
          </a:p>
        </p:txBody>
      </p:sp>
      <p:sp>
        <p:nvSpPr>
          <p:cNvPr id="30723" name="Rectangle 1027">
            <a:extLst>
              <a:ext uri="{FF2B5EF4-FFF2-40B4-BE49-F238E27FC236}">
                <a16:creationId xmlns:a16="http://schemas.microsoft.com/office/drawing/2014/main" id="{849E82EB-2100-44C4-8BCC-BE6A164DDF6E}"/>
              </a:ext>
            </a:extLst>
          </p:cNvPr>
          <p:cNvSpPr>
            <a:spLocks noGrp="1" noChangeArrowheads="1"/>
          </p:cNvSpPr>
          <p:nvPr>
            <p:ph sz="quarter" idx="1"/>
          </p:nvPr>
        </p:nvSpPr>
        <p:spPr>
          <a:xfrm>
            <a:off x="1981200" y="1676400"/>
            <a:ext cx="8229600" cy="4724400"/>
          </a:xfrm>
        </p:spPr>
        <p:txBody>
          <a:bodyPr>
            <a:normAutofit/>
          </a:bodyPr>
          <a:lstStyle/>
          <a:p>
            <a:pPr algn="just"/>
            <a:r>
              <a:rPr lang="en-US" altLang="en-US" sz="2400" dirty="0"/>
              <a:t>An attempt by an attacker on a high bandwidth connection to saturate a network with ICMP echo request packets in order to slow or stop legitimate traffic going through the network.</a:t>
            </a:r>
          </a:p>
          <a:p>
            <a:pPr algn="just">
              <a:buFontTx/>
              <a:buNone/>
            </a:pPr>
            <a:endParaRPr lang="en-US" altLang="en-US" sz="2400" dirty="0"/>
          </a:p>
        </p:txBody>
      </p:sp>
      <p:pic>
        <p:nvPicPr>
          <p:cNvPr id="30724" name="Picture 1028">
            <a:extLst>
              <a:ext uri="{FF2B5EF4-FFF2-40B4-BE49-F238E27FC236}">
                <a16:creationId xmlns:a16="http://schemas.microsoft.com/office/drawing/2014/main" id="{2D865599-D6A9-485B-A9C5-1F755ACB31A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97289" y="3522306"/>
            <a:ext cx="5717215" cy="2762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90317211-9C77-43A7-AB68-D7A1DE951A78}"/>
              </a:ext>
            </a:extLst>
          </p:cNvPr>
          <p:cNvSpPr>
            <a:spLocks noGrp="1" noChangeArrowheads="1"/>
          </p:cNvSpPr>
          <p:nvPr>
            <p:ph type="title"/>
          </p:nvPr>
        </p:nvSpPr>
        <p:spPr>
          <a:xfrm>
            <a:off x="838200" y="365125"/>
            <a:ext cx="10515600" cy="836869"/>
          </a:xfrm>
        </p:spPr>
        <p:txBody>
          <a:bodyPr/>
          <a:lstStyle/>
          <a:p>
            <a:pPr algn="ctr"/>
            <a:r>
              <a:rPr lang="en-US" altLang="en-US" dirty="0">
                <a:effectLst>
                  <a:outerShdw blurRad="38100" dist="38100" dir="2700000" algn="tl">
                    <a:srgbClr val="FFFFFF"/>
                  </a:outerShdw>
                </a:effectLst>
              </a:rPr>
              <a:t>SYN Flood Attack</a:t>
            </a:r>
          </a:p>
        </p:txBody>
      </p:sp>
      <p:graphicFrame>
        <p:nvGraphicFramePr>
          <p:cNvPr id="32771" name="Object 3">
            <a:extLst>
              <a:ext uri="{FF2B5EF4-FFF2-40B4-BE49-F238E27FC236}">
                <a16:creationId xmlns:a16="http://schemas.microsoft.com/office/drawing/2014/main" id="{1975EAA3-815A-42A7-AA29-DB452EC149DF}"/>
              </a:ext>
            </a:extLst>
          </p:cNvPr>
          <p:cNvGraphicFramePr>
            <a:graphicFrameLocks noGrp="1" noChangeAspect="1"/>
          </p:cNvGraphicFramePr>
          <p:nvPr>
            <p:ph sz="quarter" idx="1"/>
            <p:extLst>
              <p:ext uri="{D42A27DB-BD31-4B8C-83A1-F6EECF244321}">
                <p14:modId xmlns:p14="http://schemas.microsoft.com/office/powerpoint/2010/main" val="903937973"/>
              </p:ext>
            </p:extLst>
          </p:nvPr>
        </p:nvGraphicFramePr>
        <p:xfrm>
          <a:off x="6788150" y="1504950"/>
          <a:ext cx="5070475" cy="3813175"/>
        </p:xfrm>
        <a:graphic>
          <a:graphicData uri="http://schemas.openxmlformats.org/presentationml/2006/ole">
            <mc:AlternateContent xmlns:mc="http://schemas.openxmlformats.org/markup-compatibility/2006">
              <mc:Choice xmlns:v="urn:schemas-microsoft-com:vml" Requires="v">
                <p:oleObj name="Bitmap Image" r:id="rId3" imgW="5533333" imgH="4161905" progId="PBrush">
                  <p:embed/>
                </p:oleObj>
              </mc:Choice>
              <mc:Fallback>
                <p:oleObj name="Bitmap Image" r:id="rId3" imgW="5533333" imgH="4161905" progId="PBrush">
                  <p:embed/>
                  <p:pic>
                    <p:nvPicPr>
                      <p:cNvPr id="32771" name="Object 3">
                        <a:extLst>
                          <a:ext uri="{FF2B5EF4-FFF2-40B4-BE49-F238E27FC236}">
                            <a16:creationId xmlns:a16="http://schemas.microsoft.com/office/drawing/2014/main" id="{1975EAA3-815A-42A7-AA29-DB452EC149DF}"/>
                          </a:ext>
                        </a:extLst>
                      </p:cNvPr>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88150" y="1504950"/>
                        <a:ext cx="5070475" cy="38131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Rectangle 5">
            <a:extLst>
              <a:ext uri="{FF2B5EF4-FFF2-40B4-BE49-F238E27FC236}">
                <a16:creationId xmlns:a16="http://schemas.microsoft.com/office/drawing/2014/main" id="{9AD1D6BD-A0E5-4B81-B94C-8875BB9E4EC6}"/>
              </a:ext>
            </a:extLst>
          </p:cNvPr>
          <p:cNvSpPr txBox="1">
            <a:spLocks noChangeArrowheads="1"/>
          </p:cNvSpPr>
          <p:nvPr/>
        </p:nvSpPr>
        <p:spPr bwMode="auto">
          <a:xfrm>
            <a:off x="230186" y="1460087"/>
            <a:ext cx="6384465" cy="4026309"/>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2" algn="just">
              <a:lnSpc>
                <a:spcPct val="80000"/>
              </a:lnSpc>
            </a:pPr>
            <a:r>
              <a:rPr lang="en-US" altLang="zh-TW" sz="2400" dirty="0">
                <a:ea typeface="新細明體" panose="020B0604030504040204" pitchFamily="18" charset="-120"/>
              </a:rPr>
              <a:t>Exploits TCP 3-way handshake</a:t>
            </a:r>
          </a:p>
          <a:p>
            <a:pPr lvl="2" algn="just">
              <a:lnSpc>
                <a:spcPct val="80000"/>
              </a:lnSpc>
            </a:pPr>
            <a:r>
              <a:rPr lang="en-US" altLang="zh-TW" sz="2400" dirty="0">
                <a:ea typeface="新細明體" panose="020B0604030504040204" pitchFamily="18" charset="-120"/>
              </a:rPr>
              <a:t>attacker sends barrage of initial SYNs with spoofed addresses leaving the victim in half-open state, waiting for the non-existent ACKs and retransmitting</a:t>
            </a:r>
          </a:p>
          <a:p>
            <a:pPr lvl="2" algn="just">
              <a:lnSpc>
                <a:spcPct val="80000"/>
              </a:lnSpc>
            </a:pPr>
            <a:r>
              <a:rPr lang="en-US" altLang="zh-TW" sz="2400" dirty="0">
                <a:ea typeface="新細明體" panose="020B0604030504040204" pitchFamily="18" charset="-120"/>
              </a:rPr>
              <a:t>victim’s resources for new connections exhausted by these half-open connections</a:t>
            </a:r>
          </a:p>
          <a:p>
            <a:pPr lvl="2" algn="just">
              <a:lnSpc>
                <a:spcPct val="80000"/>
              </a:lnSpc>
              <a:buFont typeface="Century Gothic" panose="020B0502020202020204" pitchFamily="34" charset="0"/>
              <a:buNone/>
            </a:pPr>
            <a:endParaRPr lang="en-US" altLang="zh-TW" sz="2400" dirty="0">
              <a:ea typeface="新細明體" panose="020B0604030504040204" pitchFamily="18" charset="-120"/>
            </a:endParaRPr>
          </a:p>
          <a:p>
            <a:pPr lvl="2" algn="just">
              <a:lnSpc>
                <a:spcPct val="80000"/>
              </a:lnSpc>
              <a:buFont typeface="Century Gothic" panose="020B0502020202020204" pitchFamily="34" charset="0"/>
              <a:buNone/>
            </a:pPr>
            <a:endParaRPr lang="en-US" altLang="zh-TW" sz="2400" dirty="0">
              <a:ea typeface="新細明體" panose="020B0604030504040204" pitchFamily="18" charset="-120"/>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450" name="Rectangle 2"/>
          <p:cNvSpPr>
            <a:spLocks noGrp="1" noChangeArrowheads="1"/>
          </p:cNvSpPr>
          <p:nvPr>
            <p:ph type="title"/>
          </p:nvPr>
        </p:nvSpPr>
        <p:spPr/>
        <p:txBody>
          <a:bodyPr/>
          <a:lstStyle/>
          <a:p>
            <a:pPr eaLnBrk="1" hangingPunct="1"/>
            <a:r>
              <a:rPr lang="en-US"/>
              <a:t>TCP  SYN flood</a:t>
            </a:r>
            <a:endParaRPr lang="he-IL"/>
          </a:p>
        </p:txBody>
      </p:sp>
      <p:graphicFrame>
        <p:nvGraphicFramePr>
          <p:cNvPr id="61442" name="Object 2"/>
          <p:cNvGraphicFramePr>
            <a:graphicFrameLocks noChangeAspect="1"/>
          </p:cNvGraphicFramePr>
          <p:nvPr/>
        </p:nvGraphicFramePr>
        <p:xfrm>
          <a:off x="9414934" y="1603375"/>
          <a:ext cx="751417" cy="711200"/>
        </p:xfrm>
        <a:graphic>
          <a:graphicData uri="http://schemas.openxmlformats.org/presentationml/2006/ole">
            <mc:AlternateContent xmlns:mc="http://schemas.openxmlformats.org/markup-compatibility/2006">
              <mc:Choice xmlns:v="urn:schemas-microsoft-com:vml" Requires="v">
                <p:oleObj name="VISIO" r:id="rId2" imgW="664200" imgH="839160" progId="Visio.Drawing.5">
                  <p:embed/>
                </p:oleObj>
              </mc:Choice>
              <mc:Fallback>
                <p:oleObj name="VISIO" r:id="rId2" imgW="664200" imgH="839160" progId="Visio.Drawing.5">
                  <p:embed/>
                  <p:pic>
                    <p:nvPicPr>
                      <p:cNvPr id="61442"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14934" y="1603375"/>
                        <a:ext cx="751417" cy="71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61451" name="Picture 4"/>
          <p:cNvPicPr>
            <a:picLocks noChangeArrowheads="1"/>
          </p:cNvPicPr>
          <p:nvPr/>
        </p:nvPicPr>
        <p:blipFill>
          <a:blip r:embed="rId4"/>
          <a:srcRect/>
          <a:stretch>
            <a:fillRect/>
          </a:stretch>
        </p:blipFill>
        <p:spPr bwMode="auto">
          <a:xfrm>
            <a:off x="2025652" y="1901826"/>
            <a:ext cx="1045633" cy="765175"/>
          </a:xfrm>
          <a:prstGeom prst="rect">
            <a:avLst/>
          </a:prstGeom>
          <a:noFill/>
          <a:ln w="9525">
            <a:noFill/>
            <a:miter lim="800000"/>
            <a:headEnd/>
            <a:tailEnd/>
          </a:ln>
        </p:spPr>
      </p:pic>
      <p:sp>
        <p:nvSpPr>
          <p:cNvPr id="61452" name="Line 5"/>
          <p:cNvSpPr>
            <a:spLocks noChangeShapeType="1"/>
          </p:cNvSpPr>
          <p:nvPr/>
        </p:nvSpPr>
        <p:spPr bwMode="auto">
          <a:xfrm>
            <a:off x="3437467" y="1879600"/>
            <a:ext cx="0" cy="2222500"/>
          </a:xfrm>
          <a:prstGeom prst="line">
            <a:avLst/>
          </a:prstGeom>
          <a:noFill/>
          <a:ln w="19050">
            <a:solidFill>
              <a:srgbClr val="000000"/>
            </a:solidFill>
            <a:round/>
            <a:headEnd/>
            <a:tailEnd type="triangle" w="med" len="med"/>
          </a:ln>
        </p:spPr>
        <p:txBody>
          <a:bodyPr wrap="none" anchor="ctr"/>
          <a:lstStyle/>
          <a:p>
            <a:endParaRPr lang="en-US"/>
          </a:p>
        </p:txBody>
      </p:sp>
      <p:sp>
        <p:nvSpPr>
          <p:cNvPr id="61453" name="Line 6"/>
          <p:cNvSpPr>
            <a:spLocks noChangeShapeType="1"/>
          </p:cNvSpPr>
          <p:nvPr/>
        </p:nvSpPr>
        <p:spPr bwMode="auto">
          <a:xfrm>
            <a:off x="8923867" y="1930400"/>
            <a:ext cx="0" cy="2222500"/>
          </a:xfrm>
          <a:prstGeom prst="line">
            <a:avLst/>
          </a:prstGeom>
          <a:noFill/>
          <a:ln w="19050">
            <a:solidFill>
              <a:srgbClr val="000000"/>
            </a:solidFill>
            <a:round/>
            <a:headEnd/>
            <a:tailEnd type="triangle" w="med" len="med"/>
          </a:ln>
        </p:spPr>
        <p:txBody>
          <a:bodyPr wrap="none" anchor="ctr"/>
          <a:lstStyle/>
          <a:p>
            <a:endParaRPr lang="en-US"/>
          </a:p>
        </p:txBody>
      </p:sp>
      <p:grpSp>
        <p:nvGrpSpPr>
          <p:cNvPr id="2" name="Group 10"/>
          <p:cNvGrpSpPr>
            <a:grpSpLocks/>
          </p:cNvGrpSpPr>
          <p:nvPr/>
        </p:nvGrpSpPr>
        <p:grpSpPr bwMode="auto">
          <a:xfrm>
            <a:off x="3437467" y="1714500"/>
            <a:ext cx="5486400" cy="635000"/>
            <a:chOff x="1576" y="552"/>
            <a:chExt cx="2592" cy="400"/>
          </a:xfrm>
        </p:grpSpPr>
        <p:sp>
          <p:nvSpPr>
            <p:cNvPr id="61504" name="Line 11"/>
            <p:cNvSpPr>
              <a:spLocks noChangeShapeType="1"/>
            </p:cNvSpPr>
            <p:nvPr/>
          </p:nvSpPr>
          <p:spPr bwMode="auto">
            <a:xfrm>
              <a:off x="1576" y="672"/>
              <a:ext cx="2592" cy="280"/>
            </a:xfrm>
            <a:prstGeom prst="line">
              <a:avLst/>
            </a:prstGeom>
            <a:noFill/>
            <a:ln w="47625">
              <a:solidFill>
                <a:srgbClr val="0000FF"/>
              </a:solidFill>
              <a:round/>
              <a:headEnd/>
              <a:tailEnd type="triangle" w="med" len="med"/>
            </a:ln>
          </p:spPr>
          <p:txBody>
            <a:bodyPr wrap="none" anchor="ctr"/>
            <a:lstStyle/>
            <a:p>
              <a:endParaRPr lang="en-US"/>
            </a:p>
          </p:txBody>
        </p:sp>
        <p:sp>
          <p:nvSpPr>
            <p:cNvPr id="61505" name="Rectangle 12"/>
            <p:cNvSpPr>
              <a:spLocks noChangeArrowheads="1"/>
            </p:cNvSpPr>
            <p:nvPr/>
          </p:nvSpPr>
          <p:spPr bwMode="auto">
            <a:xfrm>
              <a:off x="2432" y="552"/>
              <a:ext cx="1136" cy="176"/>
            </a:xfrm>
            <a:prstGeom prst="rect">
              <a:avLst/>
            </a:prstGeom>
            <a:solidFill>
              <a:srgbClr val="99CCFF">
                <a:alpha val="50195"/>
              </a:srgbClr>
            </a:solidFill>
            <a:ln w="19050">
              <a:solidFill>
                <a:srgbClr val="000000"/>
              </a:solidFill>
              <a:miter lim="800000"/>
              <a:headEnd/>
              <a:tailEnd/>
            </a:ln>
          </p:spPr>
          <p:txBody>
            <a:bodyPr wrap="none" anchor="ctr"/>
            <a:lstStyle/>
            <a:p>
              <a:pPr algn="ctr"/>
              <a:r>
                <a:rPr lang="en-US" sz="2000"/>
                <a:t>SYN RQST</a:t>
              </a:r>
              <a:endParaRPr lang="he-IL" sz="2000"/>
            </a:p>
          </p:txBody>
        </p:sp>
      </p:grpSp>
      <p:grpSp>
        <p:nvGrpSpPr>
          <p:cNvPr id="3" name="Group 13"/>
          <p:cNvGrpSpPr>
            <a:grpSpLocks/>
          </p:cNvGrpSpPr>
          <p:nvPr/>
        </p:nvGrpSpPr>
        <p:grpSpPr bwMode="auto">
          <a:xfrm>
            <a:off x="3437467" y="2349500"/>
            <a:ext cx="5486400" cy="533400"/>
            <a:chOff x="1576" y="952"/>
            <a:chExt cx="2592" cy="336"/>
          </a:xfrm>
        </p:grpSpPr>
        <p:sp>
          <p:nvSpPr>
            <p:cNvPr id="61502" name="Line 14"/>
            <p:cNvSpPr>
              <a:spLocks noChangeShapeType="1"/>
            </p:cNvSpPr>
            <p:nvPr/>
          </p:nvSpPr>
          <p:spPr bwMode="auto">
            <a:xfrm flipH="1">
              <a:off x="1576" y="952"/>
              <a:ext cx="2592" cy="248"/>
            </a:xfrm>
            <a:prstGeom prst="line">
              <a:avLst/>
            </a:prstGeom>
            <a:noFill/>
            <a:ln w="38100">
              <a:solidFill>
                <a:srgbClr val="339966"/>
              </a:solidFill>
              <a:round/>
              <a:headEnd/>
              <a:tailEnd type="triangle" w="med" len="med"/>
            </a:ln>
          </p:spPr>
          <p:txBody>
            <a:bodyPr wrap="none" anchor="ctr"/>
            <a:lstStyle/>
            <a:p>
              <a:endParaRPr lang="en-US"/>
            </a:p>
          </p:txBody>
        </p:sp>
        <p:sp>
          <p:nvSpPr>
            <p:cNvPr id="61503" name="Rectangle 15"/>
            <p:cNvSpPr>
              <a:spLocks noChangeArrowheads="1"/>
            </p:cNvSpPr>
            <p:nvPr/>
          </p:nvSpPr>
          <p:spPr bwMode="auto">
            <a:xfrm>
              <a:off x="2872" y="1112"/>
              <a:ext cx="1136" cy="176"/>
            </a:xfrm>
            <a:prstGeom prst="rect">
              <a:avLst/>
            </a:prstGeom>
            <a:solidFill>
              <a:srgbClr val="99FF99">
                <a:alpha val="50195"/>
              </a:srgbClr>
            </a:solidFill>
            <a:ln w="19050">
              <a:solidFill>
                <a:srgbClr val="000000"/>
              </a:solidFill>
              <a:miter lim="800000"/>
              <a:headEnd/>
              <a:tailEnd/>
            </a:ln>
          </p:spPr>
          <p:txBody>
            <a:bodyPr wrap="none" anchor="ctr"/>
            <a:lstStyle/>
            <a:p>
              <a:pPr algn="ctr"/>
              <a:r>
                <a:rPr lang="en-US" sz="2000"/>
                <a:t>SYN ACK</a:t>
              </a:r>
              <a:endParaRPr lang="he-IL" sz="2000"/>
            </a:p>
          </p:txBody>
        </p:sp>
      </p:grpSp>
      <p:sp>
        <p:nvSpPr>
          <p:cNvPr id="61456" name="Text Box 16"/>
          <p:cNvSpPr txBox="1">
            <a:spLocks noChangeArrowheads="1"/>
          </p:cNvSpPr>
          <p:nvPr/>
        </p:nvSpPr>
        <p:spPr bwMode="auto">
          <a:xfrm>
            <a:off x="1894418" y="2667000"/>
            <a:ext cx="904415" cy="461665"/>
          </a:xfrm>
          <a:prstGeom prst="rect">
            <a:avLst/>
          </a:prstGeom>
          <a:noFill/>
          <a:ln w="19050">
            <a:noFill/>
            <a:miter lim="800000"/>
            <a:headEnd/>
            <a:tailEnd/>
          </a:ln>
        </p:spPr>
        <p:txBody>
          <a:bodyPr wrap="none">
            <a:spAutoFit/>
          </a:bodyPr>
          <a:lstStyle/>
          <a:p>
            <a:pPr algn="ctr"/>
            <a:r>
              <a:rPr lang="en-US" sz="2400" dirty="0"/>
              <a:t>client</a:t>
            </a:r>
            <a:endParaRPr lang="he-IL" sz="2400" dirty="0"/>
          </a:p>
        </p:txBody>
      </p:sp>
      <p:sp>
        <p:nvSpPr>
          <p:cNvPr id="61457" name="Text Box 17"/>
          <p:cNvSpPr txBox="1">
            <a:spLocks noChangeArrowheads="1"/>
          </p:cNvSpPr>
          <p:nvPr/>
        </p:nvSpPr>
        <p:spPr bwMode="auto">
          <a:xfrm>
            <a:off x="9237134" y="2065338"/>
            <a:ext cx="1040670" cy="461665"/>
          </a:xfrm>
          <a:prstGeom prst="rect">
            <a:avLst/>
          </a:prstGeom>
          <a:noFill/>
          <a:ln w="19050">
            <a:noFill/>
            <a:miter lim="800000"/>
            <a:headEnd/>
            <a:tailEnd/>
          </a:ln>
        </p:spPr>
        <p:txBody>
          <a:bodyPr wrap="none">
            <a:spAutoFit/>
          </a:bodyPr>
          <a:lstStyle/>
          <a:p>
            <a:pPr algn="ctr"/>
            <a:r>
              <a:rPr lang="en-US" sz="2400"/>
              <a:t>server</a:t>
            </a:r>
            <a:endParaRPr lang="he-IL" sz="2400"/>
          </a:p>
        </p:txBody>
      </p:sp>
      <p:grpSp>
        <p:nvGrpSpPr>
          <p:cNvPr id="4" name="Group 18"/>
          <p:cNvGrpSpPr>
            <a:grpSpLocks/>
          </p:cNvGrpSpPr>
          <p:nvPr/>
        </p:nvGrpSpPr>
        <p:grpSpPr bwMode="auto">
          <a:xfrm>
            <a:off x="8923867" y="2324100"/>
            <a:ext cx="220133" cy="927100"/>
            <a:chOff x="4168" y="936"/>
            <a:chExt cx="104" cy="584"/>
          </a:xfrm>
        </p:grpSpPr>
        <p:sp>
          <p:nvSpPr>
            <p:cNvPr id="61499" name="Freeform 19"/>
            <p:cNvSpPr>
              <a:spLocks/>
            </p:cNvSpPr>
            <p:nvPr/>
          </p:nvSpPr>
          <p:spPr bwMode="auto">
            <a:xfrm>
              <a:off x="4232" y="944"/>
              <a:ext cx="1" cy="568"/>
            </a:xfrm>
            <a:custGeom>
              <a:avLst/>
              <a:gdLst>
                <a:gd name="T0" fmla="*/ 0 w 1"/>
                <a:gd name="T1" fmla="*/ 0 h 568"/>
                <a:gd name="T2" fmla="*/ 0 w 1"/>
                <a:gd name="T3" fmla="*/ 568 h 568"/>
                <a:gd name="T4" fmla="*/ 0 60000 65536"/>
                <a:gd name="T5" fmla="*/ 0 60000 65536"/>
                <a:gd name="T6" fmla="*/ 0 w 1"/>
                <a:gd name="T7" fmla="*/ 0 h 568"/>
                <a:gd name="T8" fmla="*/ 1 w 1"/>
                <a:gd name="T9" fmla="*/ 568 h 568"/>
              </a:gdLst>
              <a:ahLst/>
              <a:cxnLst>
                <a:cxn ang="T4">
                  <a:pos x="T0" y="T1"/>
                </a:cxn>
                <a:cxn ang="T5">
                  <a:pos x="T2" y="T3"/>
                </a:cxn>
              </a:cxnLst>
              <a:rect l="T6" t="T7" r="T8" b="T9"/>
              <a:pathLst>
                <a:path w="1" h="568">
                  <a:moveTo>
                    <a:pt x="0" y="0"/>
                  </a:moveTo>
                  <a:lnTo>
                    <a:pt x="0" y="568"/>
                  </a:lnTo>
                </a:path>
              </a:pathLst>
            </a:custGeom>
            <a:solidFill>
              <a:srgbClr val="99CC00"/>
            </a:solidFill>
            <a:ln w="88900">
              <a:solidFill>
                <a:srgbClr val="FF6699">
                  <a:alpha val="50195"/>
                </a:srgbClr>
              </a:solidFill>
              <a:round/>
              <a:headEnd/>
              <a:tailEnd type="triangle" w="med" len="med"/>
            </a:ln>
          </p:spPr>
          <p:txBody>
            <a:bodyPr wrap="none" anchor="ctr"/>
            <a:lstStyle/>
            <a:p>
              <a:endParaRPr lang="en-US"/>
            </a:p>
          </p:txBody>
        </p:sp>
        <p:sp>
          <p:nvSpPr>
            <p:cNvPr id="61500" name="Line 20"/>
            <p:cNvSpPr>
              <a:spLocks noChangeShapeType="1"/>
            </p:cNvSpPr>
            <p:nvPr/>
          </p:nvSpPr>
          <p:spPr bwMode="auto">
            <a:xfrm>
              <a:off x="4176" y="1520"/>
              <a:ext cx="96" cy="0"/>
            </a:xfrm>
            <a:prstGeom prst="line">
              <a:avLst/>
            </a:prstGeom>
            <a:noFill/>
            <a:ln w="19050">
              <a:solidFill>
                <a:srgbClr val="000000"/>
              </a:solidFill>
              <a:round/>
              <a:headEnd/>
              <a:tailEnd/>
            </a:ln>
          </p:spPr>
          <p:txBody>
            <a:bodyPr wrap="none" anchor="ctr"/>
            <a:lstStyle/>
            <a:p>
              <a:endParaRPr lang="en-US"/>
            </a:p>
          </p:txBody>
        </p:sp>
        <p:sp>
          <p:nvSpPr>
            <p:cNvPr id="61501" name="Line 21"/>
            <p:cNvSpPr>
              <a:spLocks noChangeShapeType="1"/>
            </p:cNvSpPr>
            <p:nvPr/>
          </p:nvSpPr>
          <p:spPr bwMode="auto">
            <a:xfrm>
              <a:off x="4168" y="936"/>
              <a:ext cx="96" cy="0"/>
            </a:xfrm>
            <a:prstGeom prst="line">
              <a:avLst/>
            </a:prstGeom>
            <a:noFill/>
            <a:ln w="19050">
              <a:solidFill>
                <a:srgbClr val="000000"/>
              </a:solidFill>
              <a:round/>
              <a:headEnd/>
              <a:tailEnd/>
            </a:ln>
          </p:spPr>
          <p:txBody>
            <a:bodyPr wrap="none" anchor="ctr"/>
            <a:lstStyle/>
            <a:p>
              <a:endParaRPr lang="en-US"/>
            </a:p>
          </p:txBody>
        </p:sp>
      </p:grpSp>
      <p:grpSp>
        <p:nvGrpSpPr>
          <p:cNvPr id="5" name="Group 75"/>
          <p:cNvGrpSpPr>
            <a:grpSpLocks/>
          </p:cNvGrpSpPr>
          <p:nvPr/>
        </p:nvGrpSpPr>
        <p:grpSpPr bwMode="auto">
          <a:xfrm>
            <a:off x="1012874" y="3581400"/>
            <a:ext cx="10772726" cy="2794000"/>
            <a:chOff x="96" y="1728"/>
            <a:chExt cx="5424" cy="1760"/>
          </a:xfrm>
        </p:grpSpPr>
        <p:graphicFrame>
          <p:nvGraphicFramePr>
            <p:cNvPr id="61443" name="Object 3"/>
            <p:cNvGraphicFramePr>
              <a:graphicFrameLocks noChangeAspect="1"/>
            </p:cNvGraphicFramePr>
            <p:nvPr/>
          </p:nvGraphicFramePr>
          <p:xfrm>
            <a:off x="4400" y="1882"/>
            <a:ext cx="355" cy="448"/>
          </p:xfrm>
          <a:graphic>
            <a:graphicData uri="http://schemas.openxmlformats.org/presentationml/2006/ole">
              <mc:AlternateContent xmlns:mc="http://schemas.openxmlformats.org/markup-compatibility/2006">
                <mc:Choice xmlns:v="urn:schemas-microsoft-com:vml" Requires="v">
                  <p:oleObj name="VISIO" r:id="rId5" imgW="664200" imgH="839160" progId="Visio.Drawing.5">
                    <p:embed/>
                  </p:oleObj>
                </mc:Choice>
                <mc:Fallback>
                  <p:oleObj name="VISIO" r:id="rId5" imgW="664200" imgH="839160" progId="Visio.Drawing.5">
                    <p:embed/>
                    <p:pic>
                      <p:nvPicPr>
                        <p:cNvPr id="61443"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00" y="1882"/>
                          <a:ext cx="355" cy="4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1460" name="Line 25"/>
            <p:cNvSpPr>
              <a:spLocks noChangeShapeType="1"/>
            </p:cNvSpPr>
            <p:nvPr/>
          </p:nvSpPr>
          <p:spPr bwMode="auto">
            <a:xfrm>
              <a:off x="1576" y="2056"/>
              <a:ext cx="0" cy="1400"/>
            </a:xfrm>
            <a:prstGeom prst="line">
              <a:avLst/>
            </a:prstGeom>
            <a:noFill/>
            <a:ln w="19050">
              <a:solidFill>
                <a:srgbClr val="000000"/>
              </a:solidFill>
              <a:round/>
              <a:headEnd/>
              <a:tailEnd type="triangle" w="med" len="med"/>
            </a:ln>
          </p:spPr>
          <p:txBody>
            <a:bodyPr wrap="none" anchor="ctr"/>
            <a:lstStyle/>
            <a:p>
              <a:endParaRPr lang="en-US"/>
            </a:p>
          </p:txBody>
        </p:sp>
        <p:sp>
          <p:nvSpPr>
            <p:cNvPr id="61461" name="Line 26"/>
            <p:cNvSpPr>
              <a:spLocks noChangeShapeType="1"/>
            </p:cNvSpPr>
            <p:nvPr/>
          </p:nvSpPr>
          <p:spPr bwMode="auto">
            <a:xfrm>
              <a:off x="4168" y="2088"/>
              <a:ext cx="0" cy="1400"/>
            </a:xfrm>
            <a:prstGeom prst="line">
              <a:avLst/>
            </a:prstGeom>
            <a:noFill/>
            <a:ln w="19050">
              <a:solidFill>
                <a:srgbClr val="000000"/>
              </a:solidFill>
              <a:round/>
              <a:headEnd/>
              <a:tailEnd type="triangle" w="med" len="med"/>
            </a:ln>
          </p:spPr>
          <p:txBody>
            <a:bodyPr wrap="none" anchor="ctr"/>
            <a:lstStyle/>
            <a:p>
              <a:endParaRPr lang="en-US"/>
            </a:p>
          </p:txBody>
        </p:sp>
        <p:sp>
          <p:nvSpPr>
            <p:cNvPr id="61462" name="Line 27"/>
            <p:cNvSpPr>
              <a:spLocks noChangeShapeType="1"/>
            </p:cNvSpPr>
            <p:nvPr/>
          </p:nvSpPr>
          <p:spPr bwMode="auto">
            <a:xfrm>
              <a:off x="1576" y="2072"/>
              <a:ext cx="2592" cy="280"/>
            </a:xfrm>
            <a:prstGeom prst="line">
              <a:avLst/>
            </a:prstGeom>
            <a:noFill/>
            <a:ln w="47625">
              <a:solidFill>
                <a:srgbClr val="0000FF"/>
              </a:solidFill>
              <a:round/>
              <a:headEnd/>
              <a:tailEnd type="triangle" w="med" len="med"/>
            </a:ln>
          </p:spPr>
          <p:txBody>
            <a:bodyPr wrap="none" anchor="ctr"/>
            <a:lstStyle/>
            <a:p>
              <a:endParaRPr lang="en-US"/>
            </a:p>
          </p:txBody>
        </p:sp>
        <p:sp>
          <p:nvSpPr>
            <p:cNvPr id="61463" name="Rectangle 28"/>
            <p:cNvSpPr>
              <a:spLocks noChangeArrowheads="1"/>
            </p:cNvSpPr>
            <p:nvPr/>
          </p:nvSpPr>
          <p:spPr bwMode="auto">
            <a:xfrm>
              <a:off x="96" y="3216"/>
              <a:ext cx="1344" cy="176"/>
            </a:xfrm>
            <a:prstGeom prst="rect">
              <a:avLst/>
            </a:prstGeom>
            <a:solidFill>
              <a:srgbClr val="99CCFF">
                <a:alpha val="50195"/>
              </a:srgbClr>
            </a:solidFill>
            <a:ln w="19050">
              <a:solidFill>
                <a:srgbClr val="000000"/>
              </a:solidFill>
              <a:miter lim="800000"/>
              <a:headEnd/>
              <a:tailEnd/>
            </a:ln>
          </p:spPr>
          <p:txBody>
            <a:bodyPr wrap="none" anchor="ctr"/>
            <a:lstStyle/>
            <a:p>
              <a:pPr algn="ctr"/>
              <a:r>
                <a:rPr lang="en-US" sz="1400">
                  <a:solidFill>
                    <a:srgbClr val="FF6699"/>
                  </a:solidFill>
                </a:rPr>
                <a:t>Spoofed</a:t>
              </a:r>
              <a:r>
                <a:rPr lang="en-US" sz="1400"/>
                <a:t> SYN  RQST</a:t>
              </a:r>
              <a:endParaRPr lang="he-IL" sz="1400"/>
            </a:p>
          </p:txBody>
        </p:sp>
        <p:sp>
          <p:nvSpPr>
            <p:cNvPr id="61464" name="Text Box 32"/>
            <p:cNvSpPr txBox="1">
              <a:spLocks noChangeArrowheads="1"/>
            </p:cNvSpPr>
            <p:nvPr/>
          </p:nvSpPr>
          <p:spPr bwMode="auto">
            <a:xfrm>
              <a:off x="772" y="2229"/>
              <a:ext cx="557" cy="291"/>
            </a:xfrm>
            <a:prstGeom prst="rect">
              <a:avLst/>
            </a:prstGeom>
            <a:noFill/>
            <a:ln w="19050">
              <a:noFill/>
              <a:miter lim="800000"/>
              <a:headEnd/>
              <a:tailEnd/>
            </a:ln>
          </p:spPr>
          <p:txBody>
            <a:bodyPr wrap="none">
              <a:spAutoFit/>
            </a:bodyPr>
            <a:lstStyle/>
            <a:p>
              <a:pPr algn="ctr"/>
              <a:r>
                <a:rPr lang="en-US" sz="2400"/>
                <a:t>zombie</a:t>
              </a:r>
              <a:endParaRPr lang="he-IL" sz="2400"/>
            </a:p>
          </p:txBody>
        </p:sp>
        <p:sp>
          <p:nvSpPr>
            <p:cNvPr id="61465" name="Text Box 33"/>
            <p:cNvSpPr txBox="1">
              <a:spLocks noChangeArrowheads="1"/>
            </p:cNvSpPr>
            <p:nvPr/>
          </p:nvSpPr>
          <p:spPr bwMode="auto">
            <a:xfrm>
              <a:off x="4329" y="2173"/>
              <a:ext cx="459" cy="291"/>
            </a:xfrm>
            <a:prstGeom prst="rect">
              <a:avLst/>
            </a:prstGeom>
            <a:noFill/>
            <a:ln w="19050">
              <a:noFill/>
              <a:miter lim="800000"/>
              <a:headEnd/>
              <a:tailEnd/>
            </a:ln>
          </p:spPr>
          <p:txBody>
            <a:bodyPr wrap="none">
              <a:spAutoFit/>
            </a:bodyPr>
            <a:lstStyle/>
            <a:p>
              <a:pPr algn="ctr"/>
              <a:r>
                <a:rPr lang="en-US" sz="2400"/>
                <a:t>victim</a:t>
              </a:r>
              <a:endParaRPr lang="he-IL" sz="2400"/>
            </a:p>
          </p:txBody>
        </p:sp>
        <p:grpSp>
          <p:nvGrpSpPr>
            <p:cNvPr id="6" name="Group 34"/>
            <p:cNvGrpSpPr>
              <a:grpSpLocks/>
            </p:cNvGrpSpPr>
            <p:nvPr/>
          </p:nvGrpSpPr>
          <p:grpSpPr bwMode="auto">
            <a:xfrm>
              <a:off x="4168" y="2336"/>
              <a:ext cx="104" cy="584"/>
              <a:chOff x="4168" y="936"/>
              <a:chExt cx="104" cy="584"/>
            </a:xfrm>
          </p:grpSpPr>
          <p:sp>
            <p:nvSpPr>
              <p:cNvPr id="61496" name="Freeform 35"/>
              <p:cNvSpPr>
                <a:spLocks/>
              </p:cNvSpPr>
              <p:nvPr/>
            </p:nvSpPr>
            <p:spPr bwMode="auto">
              <a:xfrm>
                <a:off x="4232" y="944"/>
                <a:ext cx="1" cy="568"/>
              </a:xfrm>
              <a:custGeom>
                <a:avLst/>
                <a:gdLst>
                  <a:gd name="T0" fmla="*/ 0 w 1"/>
                  <a:gd name="T1" fmla="*/ 0 h 568"/>
                  <a:gd name="T2" fmla="*/ 0 w 1"/>
                  <a:gd name="T3" fmla="*/ 568 h 568"/>
                  <a:gd name="T4" fmla="*/ 0 60000 65536"/>
                  <a:gd name="T5" fmla="*/ 0 60000 65536"/>
                  <a:gd name="T6" fmla="*/ 0 w 1"/>
                  <a:gd name="T7" fmla="*/ 0 h 568"/>
                  <a:gd name="T8" fmla="*/ 1 w 1"/>
                  <a:gd name="T9" fmla="*/ 568 h 568"/>
                </a:gdLst>
                <a:ahLst/>
                <a:cxnLst>
                  <a:cxn ang="T4">
                    <a:pos x="T0" y="T1"/>
                  </a:cxn>
                  <a:cxn ang="T5">
                    <a:pos x="T2" y="T3"/>
                  </a:cxn>
                </a:cxnLst>
                <a:rect l="T6" t="T7" r="T8" b="T9"/>
                <a:pathLst>
                  <a:path w="1" h="568">
                    <a:moveTo>
                      <a:pt x="0" y="0"/>
                    </a:moveTo>
                    <a:lnTo>
                      <a:pt x="0" y="568"/>
                    </a:lnTo>
                  </a:path>
                </a:pathLst>
              </a:custGeom>
              <a:noFill/>
              <a:ln w="88900">
                <a:solidFill>
                  <a:srgbClr val="FF6699">
                    <a:alpha val="50195"/>
                  </a:srgbClr>
                </a:solidFill>
                <a:round/>
                <a:headEnd/>
                <a:tailEnd type="triangle" w="med" len="med"/>
              </a:ln>
            </p:spPr>
            <p:txBody>
              <a:bodyPr wrap="none" anchor="ctr"/>
              <a:lstStyle/>
              <a:p>
                <a:endParaRPr lang="en-US"/>
              </a:p>
            </p:txBody>
          </p:sp>
          <p:sp>
            <p:nvSpPr>
              <p:cNvPr id="61497" name="Line 36"/>
              <p:cNvSpPr>
                <a:spLocks noChangeShapeType="1"/>
              </p:cNvSpPr>
              <p:nvPr/>
            </p:nvSpPr>
            <p:spPr bwMode="auto">
              <a:xfrm>
                <a:off x="4176" y="1520"/>
                <a:ext cx="96" cy="0"/>
              </a:xfrm>
              <a:prstGeom prst="line">
                <a:avLst/>
              </a:prstGeom>
              <a:noFill/>
              <a:ln w="19050">
                <a:solidFill>
                  <a:srgbClr val="000000"/>
                </a:solidFill>
                <a:round/>
                <a:headEnd/>
                <a:tailEnd/>
              </a:ln>
            </p:spPr>
            <p:txBody>
              <a:bodyPr wrap="none" anchor="ctr"/>
              <a:lstStyle/>
              <a:p>
                <a:endParaRPr lang="en-US"/>
              </a:p>
            </p:txBody>
          </p:sp>
          <p:sp>
            <p:nvSpPr>
              <p:cNvPr id="61498" name="Line 37"/>
              <p:cNvSpPr>
                <a:spLocks noChangeShapeType="1"/>
              </p:cNvSpPr>
              <p:nvPr/>
            </p:nvSpPr>
            <p:spPr bwMode="auto">
              <a:xfrm>
                <a:off x="4168" y="936"/>
                <a:ext cx="96" cy="0"/>
              </a:xfrm>
              <a:prstGeom prst="line">
                <a:avLst/>
              </a:prstGeom>
              <a:noFill/>
              <a:ln w="19050">
                <a:solidFill>
                  <a:srgbClr val="000000"/>
                </a:solidFill>
                <a:round/>
                <a:headEnd/>
                <a:tailEnd/>
              </a:ln>
            </p:spPr>
            <p:txBody>
              <a:bodyPr wrap="none" anchor="ctr"/>
              <a:lstStyle/>
              <a:p>
                <a:endParaRPr lang="en-US"/>
              </a:p>
            </p:txBody>
          </p:sp>
        </p:grpSp>
        <p:sp>
          <p:nvSpPr>
            <p:cNvPr id="61467" name="Line 38"/>
            <p:cNvSpPr>
              <a:spLocks noChangeShapeType="1"/>
            </p:cNvSpPr>
            <p:nvPr/>
          </p:nvSpPr>
          <p:spPr bwMode="auto">
            <a:xfrm>
              <a:off x="1000" y="2192"/>
              <a:ext cx="3168" cy="240"/>
            </a:xfrm>
            <a:prstGeom prst="line">
              <a:avLst/>
            </a:prstGeom>
            <a:noFill/>
            <a:ln w="47625">
              <a:solidFill>
                <a:srgbClr val="0000FF"/>
              </a:solidFill>
              <a:round/>
              <a:headEnd/>
              <a:tailEnd type="triangle" w="med" len="med"/>
            </a:ln>
          </p:spPr>
          <p:txBody>
            <a:bodyPr wrap="none" anchor="ctr"/>
            <a:lstStyle/>
            <a:p>
              <a:endParaRPr lang="en-US"/>
            </a:p>
          </p:txBody>
        </p:sp>
        <p:sp>
          <p:nvSpPr>
            <p:cNvPr id="61468" name="Line 39"/>
            <p:cNvSpPr>
              <a:spLocks noChangeShapeType="1"/>
            </p:cNvSpPr>
            <p:nvPr/>
          </p:nvSpPr>
          <p:spPr bwMode="auto">
            <a:xfrm>
              <a:off x="1232" y="2304"/>
              <a:ext cx="2936" cy="224"/>
            </a:xfrm>
            <a:prstGeom prst="line">
              <a:avLst/>
            </a:prstGeom>
            <a:noFill/>
            <a:ln w="47625">
              <a:solidFill>
                <a:srgbClr val="0000FF"/>
              </a:solidFill>
              <a:round/>
              <a:headEnd/>
              <a:tailEnd type="triangle" w="med" len="med"/>
            </a:ln>
          </p:spPr>
          <p:txBody>
            <a:bodyPr wrap="none" anchor="ctr"/>
            <a:lstStyle/>
            <a:p>
              <a:endParaRPr lang="en-US"/>
            </a:p>
          </p:txBody>
        </p:sp>
        <p:sp>
          <p:nvSpPr>
            <p:cNvPr id="61469" name="Line 40"/>
            <p:cNvSpPr>
              <a:spLocks noChangeShapeType="1"/>
            </p:cNvSpPr>
            <p:nvPr/>
          </p:nvSpPr>
          <p:spPr bwMode="auto">
            <a:xfrm>
              <a:off x="1200" y="2472"/>
              <a:ext cx="2976" cy="136"/>
            </a:xfrm>
            <a:prstGeom prst="line">
              <a:avLst/>
            </a:prstGeom>
            <a:noFill/>
            <a:ln w="47625">
              <a:solidFill>
                <a:srgbClr val="0000FF"/>
              </a:solidFill>
              <a:round/>
              <a:headEnd/>
              <a:tailEnd type="triangle" w="med" len="med"/>
            </a:ln>
          </p:spPr>
          <p:txBody>
            <a:bodyPr wrap="none" anchor="ctr"/>
            <a:lstStyle/>
            <a:p>
              <a:endParaRPr lang="en-US"/>
            </a:p>
          </p:txBody>
        </p:sp>
        <p:sp>
          <p:nvSpPr>
            <p:cNvPr id="61470" name="Line 41"/>
            <p:cNvSpPr>
              <a:spLocks noChangeShapeType="1"/>
            </p:cNvSpPr>
            <p:nvPr/>
          </p:nvSpPr>
          <p:spPr bwMode="auto">
            <a:xfrm>
              <a:off x="1064" y="2512"/>
              <a:ext cx="3104" cy="224"/>
            </a:xfrm>
            <a:prstGeom prst="line">
              <a:avLst/>
            </a:prstGeom>
            <a:noFill/>
            <a:ln w="47625">
              <a:solidFill>
                <a:srgbClr val="0000FF"/>
              </a:solidFill>
              <a:round/>
              <a:headEnd/>
              <a:tailEnd type="triangle" w="med" len="med"/>
            </a:ln>
          </p:spPr>
          <p:txBody>
            <a:bodyPr wrap="none" anchor="ctr"/>
            <a:lstStyle/>
            <a:p>
              <a:endParaRPr lang="en-US"/>
            </a:p>
          </p:txBody>
        </p:sp>
        <p:sp>
          <p:nvSpPr>
            <p:cNvPr id="61471" name="Line 42"/>
            <p:cNvSpPr>
              <a:spLocks noChangeShapeType="1"/>
            </p:cNvSpPr>
            <p:nvPr/>
          </p:nvSpPr>
          <p:spPr bwMode="auto">
            <a:xfrm>
              <a:off x="1000" y="2576"/>
              <a:ext cx="3168" cy="264"/>
            </a:xfrm>
            <a:prstGeom prst="line">
              <a:avLst/>
            </a:prstGeom>
            <a:noFill/>
            <a:ln w="47625">
              <a:solidFill>
                <a:srgbClr val="0000FF"/>
              </a:solidFill>
              <a:round/>
              <a:headEnd/>
              <a:tailEnd type="triangle" w="med" len="med"/>
            </a:ln>
          </p:spPr>
          <p:txBody>
            <a:bodyPr wrap="none" anchor="ctr"/>
            <a:lstStyle/>
            <a:p>
              <a:endParaRPr lang="en-US"/>
            </a:p>
          </p:txBody>
        </p:sp>
        <p:grpSp>
          <p:nvGrpSpPr>
            <p:cNvPr id="7" name="Group 43"/>
            <p:cNvGrpSpPr>
              <a:grpSpLocks/>
            </p:cNvGrpSpPr>
            <p:nvPr/>
          </p:nvGrpSpPr>
          <p:grpSpPr bwMode="auto">
            <a:xfrm>
              <a:off x="4232" y="2400"/>
              <a:ext cx="104" cy="584"/>
              <a:chOff x="4168" y="936"/>
              <a:chExt cx="104" cy="584"/>
            </a:xfrm>
          </p:grpSpPr>
          <p:sp>
            <p:nvSpPr>
              <p:cNvPr id="61493" name="Freeform 44"/>
              <p:cNvSpPr>
                <a:spLocks/>
              </p:cNvSpPr>
              <p:nvPr/>
            </p:nvSpPr>
            <p:spPr bwMode="auto">
              <a:xfrm>
                <a:off x="4232" y="944"/>
                <a:ext cx="1" cy="568"/>
              </a:xfrm>
              <a:custGeom>
                <a:avLst/>
                <a:gdLst>
                  <a:gd name="T0" fmla="*/ 0 w 1"/>
                  <a:gd name="T1" fmla="*/ 0 h 568"/>
                  <a:gd name="T2" fmla="*/ 0 w 1"/>
                  <a:gd name="T3" fmla="*/ 568 h 568"/>
                  <a:gd name="T4" fmla="*/ 0 60000 65536"/>
                  <a:gd name="T5" fmla="*/ 0 60000 65536"/>
                  <a:gd name="T6" fmla="*/ 0 w 1"/>
                  <a:gd name="T7" fmla="*/ 0 h 568"/>
                  <a:gd name="T8" fmla="*/ 1 w 1"/>
                  <a:gd name="T9" fmla="*/ 568 h 568"/>
                </a:gdLst>
                <a:ahLst/>
                <a:cxnLst>
                  <a:cxn ang="T4">
                    <a:pos x="T0" y="T1"/>
                  </a:cxn>
                  <a:cxn ang="T5">
                    <a:pos x="T2" y="T3"/>
                  </a:cxn>
                </a:cxnLst>
                <a:rect l="T6" t="T7" r="T8" b="T9"/>
                <a:pathLst>
                  <a:path w="1" h="568">
                    <a:moveTo>
                      <a:pt x="0" y="0"/>
                    </a:moveTo>
                    <a:lnTo>
                      <a:pt x="0" y="568"/>
                    </a:lnTo>
                  </a:path>
                </a:pathLst>
              </a:custGeom>
              <a:noFill/>
              <a:ln w="88900">
                <a:solidFill>
                  <a:srgbClr val="FF6699">
                    <a:alpha val="50195"/>
                  </a:srgbClr>
                </a:solidFill>
                <a:round/>
                <a:headEnd/>
                <a:tailEnd type="triangle" w="med" len="med"/>
              </a:ln>
            </p:spPr>
            <p:txBody>
              <a:bodyPr wrap="none" anchor="ctr"/>
              <a:lstStyle/>
              <a:p>
                <a:endParaRPr lang="en-US"/>
              </a:p>
            </p:txBody>
          </p:sp>
          <p:sp>
            <p:nvSpPr>
              <p:cNvPr id="61494" name="Line 45"/>
              <p:cNvSpPr>
                <a:spLocks noChangeShapeType="1"/>
              </p:cNvSpPr>
              <p:nvPr/>
            </p:nvSpPr>
            <p:spPr bwMode="auto">
              <a:xfrm>
                <a:off x="4176" y="1520"/>
                <a:ext cx="96" cy="0"/>
              </a:xfrm>
              <a:prstGeom prst="line">
                <a:avLst/>
              </a:prstGeom>
              <a:noFill/>
              <a:ln w="19050">
                <a:solidFill>
                  <a:srgbClr val="000000"/>
                </a:solidFill>
                <a:round/>
                <a:headEnd/>
                <a:tailEnd/>
              </a:ln>
            </p:spPr>
            <p:txBody>
              <a:bodyPr wrap="none" anchor="ctr"/>
              <a:lstStyle/>
              <a:p>
                <a:endParaRPr lang="en-US"/>
              </a:p>
            </p:txBody>
          </p:sp>
          <p:sp>
            <p:nvSpPr>
              <p:cNvPr id="61495" name="Line 46"/>
              <p:cNvSpPr>
                <a:spLocks noChangeShapeType="1"/>
              </p:cNvSpPr>
              <p:nvPr/>
            </p:nvSpPr>
            <p:spPr bwMode="auto">
              <a:xfrm>
                <a:off x="4168" y="936"/>
                <a:ext cx="96" cy="0"/>
              </a:xfrm>
              <a:prstGeom prst="line">
                <a:avLst/>
              </a:prstGeom>
              <a:noFill/>
              <a:ln w="19050">
                <a:solidFill>
                  <a:srgbClr val="000000"/>
                </a:solidFill>
                <a:round/>
                <a:headEnd/>
                <a:tailEnd/>
              </a:ln>
            </p:spPr>
            <p:txBody>
              <a:bodyPr wrap="none" anchor="ctr"/>
              <a:lstStyle/>
              <a:p>
                <a:endParaRPr lang="en-US"/>
              </a:p>
            </p:txBody>
          </p:sp>
        </p:grpSp>
        <p:grpSp>
          <p:nvGrpSpPr>
            <p:cNvPr id="8" name="Group 47"/>
            <p:cNvGrpSpPr>
              <a:grpSpLocks/>
            </p:cNvGrpSpPr>
            <p:nvPr/>
          </p:nvGrpSpPr>
          <p:grpSpPr bwMode="auto">
            <a:xfrm>
              <a:off x="4296" y="2464"/>
              <a:ext cx="104" cy="584"/>
              <a:chOff x="4168" y="936"/>
              <a:chExt cx="104" cy="584"/>
            </a:xfrm>
          </p:grpSpPr>
          <p:sp>
            <p:nvSpPr>
              <p:cNvPr id="61490" name="Freeform 48"/>
              <p:cNvSpPr>
                <a:spLocks/>
              </p:cNvSpPr>
              <p:nvPr/>
            </p:nvSpPr>
            <p:spPr bwMode="auto">
              <a:xfrm>
                <a:off x="4232" y="944"/>
                <a:ext cx="1" cy="568"/>
              </a:xfrm>
              <a:custGeom>
                <a:avLst/>
                <a:gdLst>
                  <a:gd name="T0" fmla="*/ 0 w 1"/>
                  <a:gd name="T1" fmla="*/ 0 h 568"/>
                  <a:gd name="T2" fmla="*/ 0 w 1"/>
                  <a:gd name="T3" fmla="*/ 568 h 568"/>
                  <a:gd name="T4" fmla="*/ 0 60000 65536"/>
                  <a:gd name="T5" fmla="*/ 0 60000 65536"/>
                  <a:gd name="T6" fmla="*/ 0 w 1"/>
                  <a:gd name="T7" fmla="*/ 0 h 568"/>
                  <a:gd name="T8" fmla="*/ 1 w 1"/>
                  <a:gd name="T9" fmla="*/ 568 h 568"/>
                </a:gdLst>
                <a:ahLst/>
                <a:cxnLst>
                  <a:cxn ang="T4">
                    <a:pos x="T0" y="T1"/>
                  </a:cxn>
                  <a:cxn ang="T5">
                    <a:pos x="T2" y="T3"/>
                  </a:cxn>
                </a:cxnLst>
                <a:rect l="T6" t="T7" r="T8" b="T9"/>
                <a:pathLst>
                  <a:path w="1" h="568">
                    <a:moveTo>
                      <a:pt x="0" y="0"/>
                    </a:moveTo>
                    <a:lnTo>
                      <a:pt x="0" y="568"/>
                    </a:lnTo>
                  </a:path>
                </a:pathLst>
              </a:custGeom>
              <a:noFill/>
              <a:ln w="88900">
                <a:solidFill>
                  <a:srgbClr val="FF6699">
                    <a:alpha val="50195"/>
                  </a:srgbClr>
                </a:solidFill>
                <a:round/>
                <a:headEnd/>
                <a:tailEnd type="triangle" w="med" len="med"/>
              </a:ln>
            </p:spPr>
            <p:txBody>
              <a:bodyPr wrap="none" anchor="ctr"/>
              <a:lstStyle/>
              <a:p>
                <a:endParaRPr lang="en-US"/>
              </a:p>
            </p:txBody>
          </p:sp>
          <p:sp>
            <p:nvSpPr>
              <p:cNvPr id="61491" name="Line 49"/>
              <p:cNvSpPr>
                <a:spLocks noChangeShapeType="1"/>
              </p:cNvSpPr>
              <p:nvPr/>
            </p:nvSpPr>
            <p:spPr bwMode="auto">
              <a:xfrm>
                <a:off x="4176" y="1520"/>
                <a:ext cx="96" cy="0"/>
              </a:xfrm>
              <a:prstGeom prst="line">
                <a:avLst/>
              </a:prstGeom>
              <a:noFill/>
              <a:ln w="19050">
                <a:solidFill>
                  <a:srgbClr val="000000"/>
                </a:solidFill>
                <a:round/>
                <a:headEnd/>
                <a:tailEnd/>
              </a:ln>
            </p:spPr>
            <p:txBody>
              <a:bodyPr wrap="none" anchor="ctr"/>
              <a:lstStyle/>
              <a:p>
                <a:endParaRPr lang="en-US"/>
              </a:p>
            </p:txBody>
          </p:sp>
          <p:sp>
            <p:nvSpPr>
              <p:cNvPr id="61492" name="Line 50"/>
              <p:cNvSpPr>
                <a:spLocks noChangeShapeType="1"/>
              </p:cNvSpPr>
              <p:nvPr/>
            </p:nvSpPr>
            <p:spPr bwMode="auto">
              <a:xfrm>
                <a:off x="4168" y="936"/>
                <a:ext cx="96" cy="0"/>
              </a:xfrm>
              <a:prstGeom prst="line">
                <a:avLst/>
              </a:prstGeom>
              <a:noFill/>
              <a:ln w="19050">
                <a:solidFill>
                  <a:srgbClr val="000000"/>
                </a:solidFill>
                <a:round/>
                <a:headEnd/>
                <a:tailEnd/>
              </a:ln>
            </p:spPr>
            <p:txBody>
              <a:bodyPr wrap="none" anchor="ctr"/>
              <a:lstStyle/>
              <a:p>
                <a:endParaRPr lang="en-US"/>
              </a:p>
            </p:txBody>
          </p:sp>
        </p:grpSp>
        <p:grpSp>
          <p:nvGrpSpPr>
            <p:cNvPr id="9" name="Group 51"/>
            <p:cNvGrpSpPr>
              <a:grpSpLocks/>
            </p:cNvGrpSpPr>
            <p:nvPr/>
          </p:nvGrpSpPr>
          <p:grpSpPr bwMode="auto">
            <a:xfrm>
              <a:off x="4360" y="2720"/>
              <a:ext cx="104" cy="584"/>
              <a:chOff x="4168" y="936"/>
              <a:chExt cx="104" cy="584"/>
            </a:xfrm>
          </p:grpSpPr>
          <p:sp>
            <p:nvSpPr>
              <p:cNvPr id="61487" name="Freeform 52"/>
              <p:cNvSpPr>
                <a:spLocks/>
              </p:cNvSpPr>
              <p:nvPr/>
            </p:nvSpPr>
            <p:spPr bwMode="auto">
              <a:xfrm>
                <a:off x="4232" y="944"/>
                <a:ext cx="1" cy="568"/>
              </a:xfrm>
              <a:custGeom>
                <a:avLst/>
                <a:gdLst>
                  <a:gd name="T0" fmla="*/ 0 w 1"/>
                  <a:gd name="T1" fmla="*/ 0 h 568"/>
                  <a:gd name="T2" fmla="*/ 0 w 1"/>
                  <a:gd name="T3" fmla="*/ 568 h 568"/>
                  <a:gd name="T4" fmla="*/ 0 60000 65536"/>
                  <a:gd name="T5" fmla="*/ 0 60000 65536"/>
                  <a:gd name="T6" fmla="*/ 0 w 1"/>
                  <a:gd name="T7" fmla="*/ 0 h 568"/>
                  <a:gd name="T8" fmla="*/ 1 w 1"/>
                  <a:gd name="T9" fmla="*/ 568 h 568"/>
                </a:gdLst>
                <a:ahLst/>
                <a:cxnLst>
                  <a:cxn ang="T4">
                    <a:pos x="T0" y="T1"/>
                  </a:cxn>
                  <a:cxn ang="T5">
                    <a:pos x="T2" y="T3"/>
                  </a:cxn>
                </a:cxnLst>
                <a:rect l="T6" t="T7" r="T8" b="T9"/>
                <a:pathLst>
                  <a:path w="1" h="568">
                    <a:moveTo>
                      <a:pt x="0" y="0"/>
                    </a:moveTo>
                    <a:lnTo>
                      <a:pt x="0" y="568"/>
                    </a:lnTo>
                  </a:path>
                </a:pathLst>
              </a:custGeom>
              <a:noFill/>
              <a:ln w="88900">
                <a:solidFill>
                  <a:srgbClr val="FF6699">
                    <a:alpha val="50195"/>
                  </a:srgbClr>
                </a:solidFill>
                <a:round/>
                <a:headEnd/>
                <a:tailEnd type="triangle" w="med" len="med"/>
              </a:ln>
            </p:spPr>
            <p:txBody>
              <a:bodyPr wrap="none" anchor="ctr"/>
              <a:lstStyle/>
              <a:p>
                <a:endParaRPr lang="en-US"/>
              </a:p>
            </p:txBody>
          </p:sp>
          <p:sp>
            <p:nvSpPr>
              <p:cNvPr id="61488" name="Line 53"/>
              <p:cNvSpPr>
                <a:spLocks noChangeShapeType="1"/>
              </p:cNvSpPr>
              <p:nvPr/>
            </p:nvSpPr>
            <p:spPr bwMode="auto">
              <a:xfrm>
                <a:off x="4176" y="1520"/>
                <a:ext cx="96" cy="0"/>
              </a:xfrm>
              <a:prstGeom prst="line">
                <a:avLst/>
              </a:prstGeom>
              <a:noFill/>
              <a:ln w="19050">
                <a:solidFill>
                  <a:srgbClr val="000000"/>
                </a:solidFill>
                <a:round/>
                <a:headEnd/>
                <a:tailEnd/>
              </a:ln>
            </p:spPr>
            <p:txBody>
              <a:bodyPr wrap="none" anchor="ctr"/>
              <a:lstStyle/>
              <a:p>
                <a:endParaRPr lang="en-US"/>
              </a:p>
            </p:txBody>
          </p:sp>
          <p:sp>
            <p:nvSpPr>
              <p:cNvPr id="61489" name="Line 54"/>
              <p:cNvSpPr>
                <a:spLocks noChangeShapeType="1"/>
              </p:cNvSpPr>
              <p:nvPr/>
            </p:nvSpPr>
            <p:spPr bwMode="auto">
              <a:xfrm>
                <a:off x="4168" y="936"/>
                <a:ext cx="96" cy="0"/>
              </a:xfrm>
              <a:prstGeom prst="line">
                <a:avLst/>
              </a:prstGeom>
              <a:noFill/>
              <a:ln w="19050">
                <a:solidFill>
                  <a:srgbClr val="000000"/>
                </a:solidFill>
                <a:round/>
                <a:headEnd/>
                <a:tailEnd/>
              </a:ln>
            </p:spPr>
            <p:txBody>
              <a:bodyPr wrap="none" anchor="ctr"/>
              <a:lstStyle/>
              <a:p>
                <a:endParaRPr lang="en-US"/>
              </a:p>
            </p:txBody>
          </p:sp>
        </p:grpSp>
        <p:grpSp>
          <p:nvGrpSpPr>
            <p:cNvPr id="10" name="Group 55"/>
            <p:cNvGrpSpPr>
              <a:grpSpLocks/>
            </p:cNvGrpSpPr>
            <p:nvPr/>
          </p:nvGrpSpPr>
          <p:grpSpPr bwMode="auto">
            <a:xfrm>
              <a:off x="4432" y="2848"/>
              <a:ext cx="104" cy="584"/>
              <a:chOff x="4168" y="936"/>
              <a:chExt cx="104" cy="584"/>
            </a:xfrm>
          </p:grpSpPr>
          <p:sp>
            <p:nvSpPr>
              <p:cNvPr id="61484" name="Freeform 56"/>
              <p:cNvSpPr>
                <a:spLocks/>
              </p:cNvSpPr>
              <p:nvPr/>
            </p:nvSpPr>
            <p:spPr bwMode="auto">
              <a:xfrm>
                <a:off x="4232" y="944"/>
                <a:ext cx="1" cy="568"/>
              </a:xfrm>
              <a:custGeom>
                <a:avLst/>
                <a:gdLst>
                  <a:gd name="T0" fmla="*/ 0 w 1"/>
                  <a:gd name="T1" fmla="*/ 0 h 568"/>
                  <a:gd name="T2" fmla="*/ 0 w 1"/>
                  <a:gd name="T3" fmla="*/ 568 h 568"/>
                  <a:gd name="T4" fmla="*/ 0 60000 65536"/>
                  <a:gd name="T5" fmla="*/ 0 60000 65536"/>
                  <a:gd name="T6" fmla="*/ 0 w 1"/>
                  <a:gd name="T7" fmla="*/ 0 h 568"/>
                  <a:gd name="T8" fmla="*/ 1 w 1"/>
                  <a:gd name="T9" fmla="*/ 568 h 568"/>
                </a:gdLst>
                <a:ahLst/>
                <a:cxnLst>
                  <a:cxn ang="T4">
                    <a:pos x="T0" y="T1"/>
                  </a:cxn>
                  <a:cxn ang="T5">
                    <a:pos x="T2" y="T3"/>
                  </a:cxn>
                </a:cxnLst>
                <a:rect l="T6" t="T7" r="T8" b="T9"/>
                <a:pathLst>
                  <a:path w="1" h="568">
                    <a:moveTo>
                      <a:pt x="0" y="0"/>
                    </a:moveTo>
                    <a:lnTo>
                      <a:pt x="0" y="568"/>
                    </a:lnTo>
                  </a:path>
                </a:pathLst>
              </a:custGeom>
              <a:noFill/>
              <a:ln w="88900">
                <a:solidFill>
                  <a:srgbClr val="FF6699">
                    <a:alpha val="50195"/>
                  </a:srgbClr>
                </a:solidFill>
                <a:round/>
                <a:headEnd/>
                <a:tailEnd type="triangle" w="med" len="med"/>
              </a:ln>
            </p:spPr>
            <p:txBody>
              <a:bodyPr wrap="none" anchor="ctr"/>
              <a:lstStyle/>
              <a:p>
                <a:endParaRPr lang="en-US"/>
              </a:p>
            </p:txBody>
          </p:sp>
          <p:sp>
            <p:nvSpPr>
              <p:cNvPr id="61485" name="Line 57"/>
              <p:cNvSpPr>
                <a:spLocks noChangeShapeType="1"/>
              </p:cNvSpPr>
              <p:nvPr/>
            </p:nvSpPr>
            <p:spPr bwMode="auto">
              <a:xfrm>
                <a:off x="4176" y="1520"/>
                <a:ext cx="96" cy="0"/>
              </a:xfrm>
              <a:prstGeom prst="line">
                <a:avLst/>
              </a:prstGeom>
              <a:noFill/>
              <a:ln w="19050">
                <a:solidFill>
                  <a:srgbClr val="000000"/>
                </a:solidFill>
                <a:round/>
                <a:headEnd/>
                <a:tailEnd/>
              </a:ln>
            </p:spPr>
            <p:txBody>
              <a:bodyPr wrap="none" anchor="ctr"/>
              <a:lstStyle/>
              <a:p>
                <a:endParaRPr lang="en-US"/>
              </a:p>
            </p:txBody>
          </p:sp>
          <p:sp>
            <p:nvSpPr>
              <p:cNvPr id="61486" name="Line 58"/>
              <p:cNvSpPr>
                <a:spLocks noChangeShapeType="1"/>
              </p:cNvSpPr>
              <p:nvPr/>
            </p:nvSpPr>
            <p:spPr bwMode="auto">
              <a:xfrm>
                <a:off x="4168" y="936"/>
                <a:ext cx="96" cy="0"/>
              </a:xfrm>
              <a:prstGeom prst="line">
                <a:avLst/>
              </a:prstGeom>
              <a:noFill/>
              <a:ln w="19050">
                <a:solidFill>
                  <a:srgbClr val="000000"/>
                </a:solidFill>
                <a:round/>
                <a:headEnd/>
                <a:tailEnd/>
              </a:ln>
            </p:spPr>
            <p:txBody>
              <a:bodyPr wrap="none" anchor="ctr"/>
              <a:lstStyle/>
              <a:p>
                <a:endParaRPr lang="en-US"/>
              </a:p>
            </p:txBody>
          </p:sp>
        </p:grpSp>
        <p:sp>
          <p:nvSpPr>
            <p:cNvPr id="61476" name="AutoShape 59"/>
            <p:cNvSpPr>
              <a:spLocks noChangeArrowheads="1"/>
            </p:cNvSpPr>
            <p:nvPr/>
          </p:nvSpPr>
          <p:spPr bwMode="auto">
            <a:xfrm>
              <a:off x="4560" y="2688"/>
              <a:ext cx="960" cy="528"/>
            </a:xfrm>
            <a:prstGeom prst="wedgeRoundRectCallout">
              <a:avLst>
                <a:gd name="adj1" fmla="val -58542"/>
                <a:gd name="adj2" fmla="val -17046"/>
                <a:gd name="adj3" fmla="val 16667"/>
              </a:avLst>
            </a:prstGeom>
            <a:solidFill>
              <a:srgbClr val="FFDDDD"/>
            </a:solidFill>
            <a:ln w="19050">
              <a:solidFill>
                <a:srgbClr val="000000"/>
              </a:solidFill>
              <a:miter lim="800000"/>
              <a:headEnd/>
              <a:tailEnd/>
            </a:ln>
          </p:spPr>
          <p:txBody>
            <a:bodyPr anchor="ctr"/>
            <a:lstStyle/>
            <a:p>
              <a:pPr algn="ctr"/>
              <a:r>
                <a:rPr lang="en-US"/>
                <a:t>Waiting queue overflows</a:t>
              </a:r>
            </a:p>
          </p:txBody>
        </p:sp>
        <p:graphicFrame>
          <p:nvGraphicFramePr>
            <p:cNvPr id="61444" name="Object 4"/>
            <p:cNvGraphicFramePr>
              <a:graphicFrameLocks noChangeAspect="1"/>
            </p:cNvGraphicFramePr>
            <p:nvPr/>
          </p:nvGraphicFramePr>
          <p:xfrm>
            <a:off x="784" y="1882"/>
            <a:ext cx="355" cy="448"/>
          </p:xfrm>
          <a:graphic>
            <a:graphicData uri="http://schemas.openxmlformats.org/presentationml/2006/ole">
              <mc:AlternateContent xmlns:mc="http://schemas.openxmlformats.org/markup-compatibility/2006">
                <mc:Choice xmlns:v="urn:schemas-microsoft-com:vml" Requires="v">
                  <p:oleObj name="VISIO" r:id="rId6" imgW="664200" imgH="839160" progId="Visio.Drawing.5">
                    <p:embed/>
                  </p:oleObj>
                </mc:Choice>
                <mc:Fallback>
                  <p:oleObj name="VISIO" r:id="rId6" imgW="664200" imgH="839160" progId="Visio.Drawing.5">
                    <p:embed/>
                    <p:pic>
                      <p:nvPicPr>
                        <p:cNvPr id="61444"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4" y="1882"/>
                          <a:ext cx="355" cy="4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11" name="Group 62"/>
            <p:cNvGrpSpPr>
              <a:grpSpLocks/>
            </p:cNvGrpSpPr>
            <p:nvPr/>
          </p:nvGrpSpPr>
          <p:grpSpPr bwMode="auto">
            <a:xfrm>
              <a:off x="96" y="1728"/>
              <a:ext cx="1500" cy="1430"/>
              <a:chOff x="96" y="1880"/>
              <a:chExt cx="1500" cy="1281"/>
            </a:xfrm>
          </p:grpSpPr>
          <p:grpSp>
            <p:nvGrpSpPr>
              <p:cNvPr id="12" name="Group 63"/>
              <p:cNvGrpSpPr>
                <a:grpSpLocks/>
              </p:cNvGrpSpPr>
              <p:nvPr/>
            </p:nvGrpSpPr>
            <p:grpSpPr bwMode="auto">
              <a:xfrm>
                <a:off x="96" y="1880"/>
                <a:ext cx="1500" cy="1065"/>
                <a:chOff x="96" y="1880"/>
                <a:chExt cx="1500" cy="1065"/>
              </a:xfrm>
            </p:grpSpPr>
            <p:pic>
              <p:nvPicPr>
                <p:cNvPr id="61483" name="Picture 64"/>
                <p:cNvPicPr>
                  <a:picLocks noChangeArrowheads="1"/>
                </p:cNvPicPr>
                <p:nvPr/>
              </p:nvPicPr>
              <p:blipFill>
                <a:blip r:embed="rId7"/>
                <a:srcRect/>
                <a:stretch>
                  <a:fillRect/>
                </a:stretch>
              </p:blipFill>
              <p:spPr bwMode="auto">
                <a:xfrm>
                  <a:off x="96" y="1880"/>
                  <a:ext cx="1500" cy="1065"/>
                </a:xfrm>
                <a:prstGeom prst="rect">
                  <a:avLst/>
                </a:prstGeom>
                <a:noFill/>
                <a:ln w="12700">
                  <a:noFill/>
                  <a:miter lim="800000"/>
                  <a:headEnd/>
                  <a:tailEnd/>
                </a:ln>
              </p:spPr>
            </p:pic>
            <p:graphicFrame>
              <p:nvGraphicFramePr>
                <p:cNvPr id="61445" name="Object 5"/>
                <p:cNvGraphicFramePr>
                  <a:graphicFrameLocks noChangeAspect="1"/>
                </p:cNvGraphicFramePr>
                <p:nvPr/>
              </p:nvGraphicFramePr>
              <p:xfrm>
                <a:off x="512" y="2098"/>
                <a:ext cx="355" cy="448"/>
              </p:xfrm>
              <a:graphic>
                <a:graphicData uri="http://schemas.openxmlformats.org/presentationml/2006/ole">
                  <mc:AlternateContent xmlns:mc="http://schemas.openxmlformats.org/markup-compatibility/2006">
                    <mc:Choice xmlns:v="urn:schemas-microsoft-com:vml" Requires="v">
                      <p:oleObj name="VISIO" r:id="rId6" imgW="664200" imgH="839160" progId="Visio.Drawing.5">
                        <p:embed/>
                      </p:oleObj>
                    </mc:Choice>
                    <mc:Fallback>
                      <p:oleObj name="VISIO" r:id="rId6" imgW="664200" imgH="839160" progId="Visio.Drawing.5">
                        <p:embed/>
                        <p:pic>
                          <p:nvPicPr>
                            <p:cNvPr id="61445"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2" y="2098"/>
                              <a:ext cx="355" cy="4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1446" name="Object 6"/>
                <p:cNvGraphicFramePr>
                  <a:graphicFrameLocks noChangeAspect="1"/>
                </p:cNvGraphicFramePr>
                <p:nvPr/>
              </p:nvGraphicFramePr>
              <p:xfrm>
                <a:off x="608" y="2194"/>
                <a:ext cx="355" cy="448"/>
              </p:xfrm>
              <a:graphic>
                <a:graphicData uri="http://schemas.openxmlformats.org/presentationml/2006/ole">
                  <mc:AlternateContent xmlns:mc="http://schemas.openxmlformats.org/markup-compatibility/2006">
                    <mc:Choice xmlns:v="urn:schemas-microsoft-com:vml" Requires="v">
                      <p:oleObj name="VISIO" r:id="rId6" imgW="664200" imgH="839160" progId="Visio.Drawing.5">
                        <p:embed/>
                      </p:oleObj>
                    </mc:Choice>
                    <mc:Fallback>
                      <p:oleObj name="VISIO" r:id="rId6" imgW="664200" imgH="839160" progId="Visio.Drawing.5">
                        <p:embed/>
                        <p:pic>
                          <p:nvPicPr>
                            <p:cNvPr id="61446" name="Object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8" y="2194"/>
                              <a:ext cx="355" cy="4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1447" name="Object 7"/>
                <p:cNvGraphicFramePr>
                  <a:graphicFrameLocks noChangeAspect="1"/>
                </p:cNvGraphicFramePr>
                <p:nvPr/>
              </p:nvGraphicFramePr>
              <p:xfrm>
                <a:off x="704" y="2290"/>
                <a:ext cx="355" cy="448"/>
              </p:xfrm>
              <a:graphic>
                <a:graphicData uri="http://schemas.openxmlformats.org/presentationml/2006/ole">
                  <mc:AlternateContent xmlns:mc="http://schemas.openxmlformats.org/markup-compatibility/2006">
                    <mc:Choice xmlns:v="urn:schemas-microsoft-com:vml" Requires="v">
                      <p:oleObj name="VISIO" r:id="rId6" imgW="664200" imgH="839160" progId="Visio.Drawing.5">
                        <p:embed/>
                      </p:oleObj>
                    </mc:Choice>
                    <mc:Fallback>
                      <p:oleObj name="VISIO" r:id="rId6" imgW="664200" imgH="839160" progId="Visio.Drawing.5">
                        <p:embed/>
                        <p:pic>
                          <p:nvPicPr>
                            <p:cNvPr id="61447" name="Object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4" y="2290"/>
                              <a:ext cx="355" cy="4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1448" name="Object 8"/>
                <p:cNvGraphicFramePr>
                  <a:graphicFrameLocks noChangeAspect="1"/>
                </p:cNvGraphicFramePr>
                <p:nvPr/>
              </p:nvGraphicFramePr>
              <p:xfrm>
                <a:off x="800" y="2386"/>
                <a:ext cx="355" cy="448"/>
              </p:xfrm>
              <a:graphic>
                <a:graphicData uri="http://schemas.openxmlformats.org/presentationml/2006/ole">
                  <mc:AlternateContent xmlns:mc="http://schemas.openxmlformats.org/markup-compatibility/2006">
                    <mc:Choice xmlns:v="urn:schemas-microsoft-com:vml" Requires="v">
                      <p:oleObj name="VISIO" r:id="rId8" imgW="664200" imgH="839160" progId="Visio.Drawing.5">
                        <p:embed/>
                      </p:oleObj>
                    </mc:Choice>
                    <mc:Fallback>
                      <p:oleObj name="VISIO" r:id="rId8" imgW="664200" imgH="839160" progId="Visio.Drawing.5">
                        <p:embed/>
                        <p:pic>
                          <p:nvPicPr>
                            <p:cNvPr id="61448" name="Object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0" y="2386"/>
                              <a:ext cx="355" cy="4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1449" name="Object 9"/>
                <p:cNvGraphicFramePr>
                  <a:graphicFrameLocks noChangeAspect="1"/>
                </p:cNvGraphicFramePr>
                <p:nvPr/>
              </p:nvGraphicFramePr>
              <p:xfrm>
                <a:off x="896" y="2482"/>
                <a:ext cx="355" cy="448"/>
              </p:xfrm>
              <a:graphic>
                <a:graphicData uri="http://schemas.openxmlformats.org/presentationml/2006/ole">
                  <mc:AlternateContent xmlns:mc="http://schemas.openxmlformats.org/markup-compatibility/2006">
                    <mc:Choice xmlns:v="urn:schemas-microsoft-com:vml" Requires="v">
                      <p:oleObj name="VISIO" r:id="rId8" imgW="664200" imgH="839160" progId="Visio.Drawing.5">
                        <p:embed/>
                      </p:oleObj>
                    </mc:Choice>
                    <mc:Fallback>
                      <p:oleObj name="VISIO" r:id="rId8" imgW="664200" imgH="839160" progId="Visio.Drawing.5">
                        <p:embed/>
                        <p:pic>
                          <p:nvPicPr>
                            <p:cNvPr id="61449" name="Object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6" y="2482"/>
                              <a:ext cx="355" cy="4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61482" name="Text Box 70"/>
              <p:cNvSpPr txBox="1">
                <a:spLocks noChangeArrowheads="1"/>
              </p:cNvSpPr>
              <p:nvPr/>
            </p:nvSpPr>
            <p:spPr bwMode="auto">
              <a:xfrm>
                <a:off x="174" y="2901"/>
                <a:ext cx="645" cy="260"/>
              </a:xfrm>
              <a:prstGeom prst="rect">
                <a:avLst/>
              </a:prstGeom>
              <a:noFill/>
              <a:ln w="19050">
                <a:noFill/>
                <a:miter lim="800000"/>
                <a:headEnd/>
                <a:tailEnd/>
              </a:ln>
            </p:spPr>
            <p:txBody>
              <a:bodyPr wrap="none">
                <a:spAutoFit/>
              </a:bodyPr>
              <a:lstStyle/>
              <a:p>
                <a:pPr algn="ctr"/>
                <a:r>
                  <a:rPr lang="en-US" sz="2400" dirty="0"/>
                  <a:t>Zombies</a:t>
                </a:r>
                <a:endParaRPr lang="he-IL" sz="2400" dirty="0"/>
              </a:p>
            </p:txBody>
          </p:sp>
        </p:grpSp>
        <p:grpSp>
          <p:nvGrpSpPr>
            <p:cNvPr id="13" name="Group 71"/>
            <p:cNvGrpSpPr>
              <a:grpSpLocks/>
            </p:cNvGrpSpPr>
            <p:nvPr/>
          </p:nvGrpSpPr>
          <p:grpSpPr bwMode="auto">
            <a:xfrm>
              <a:off x="1488" y="2928"/>
              <a:ext cx="2592" cy="336"/>
              <a:chOff x="1576" y="952"/>
              <a:chExt cx="2592" cy="336"/>
            </a:xfrm>
          </p:grpSpPr>
          <p:sp>
            <p:nvSpPr>
              <p:cNvPr id="61479" name="Line 72"/>
              <p:cNvSpPr>
                <a:spLocks noChangeShapeType="1"/>
              </p:cNvSpPr>
              <p:nvPr/>
            </p:nvSpPr>
            <p:spPr bwMode="auto">
              <a:xfrm flipH="1">
                <a:off x="1576" y="952"/>
                <a:ext cx="2592" cy="248"/>
              </a:xfrm>
              <a:prstGeom prst="line">
                <a:avLst/>
              </a:prstGeom>
              <a:noFill/>
              <a:ln w="38100">
                <a:solidFill>
                  <a:srgbClr val="339966"/>
                </a:solidFill>
                <a:round/>
                <a:headEnd/>
                <a:tailEnd type="triangle" w="med" len="med"/>
              </a:ln>
            </p:spPr>
            <p:txBody>
              <a:bodyPr wrap="none" anchor="ctr"/>
              <a:lstStyle/>
              <a:p>
                <a:endParaRPr lang="en-US"/>
              </a:p>
            </p:txBody>
          </p:sp>
          <p:sp>
            <p:nvSpPr>
              <p:cNvPr id="61480" name="Rectangle 73"/>
              <p:cNvSpPr>
                <a:spLocks noChangeArrowheads="1"/>
              </p:cNvSpPr>
              <p:nvPr/>
            </p:nvSpPr>
            <p:spPr bwMode="auto">
              <a:xfrm>
                <a:off x="2872" y="1112"/>
                <a:ext cx="1136" cy="176"/>
              </a:xfrm>
              <a:prstGeom prst="rect">
                <a:avLst/>
              </a:prstGeom>
              <a:solidFill>
                <a:srgbClr val="99FF99">
                  <a:alpha val="50195"/>
                </a:srgbClr>
              </a:solidFill>
              <a:ln w="19050">
                <a:solidFill>
                  <a:srgbClr val="000000"/>
                </a:solidFill>
                <a:miter lim="800000"/>
                <a:headEnd/>
                <a:tailEnd/>
              </a:ln>
            </p:spPr>
            <p:txBody>
              <a:bodyPr wrap="none" anchor="ctr"/>
              <a:lstStyle/>
              <a:p>
                <a:pPr algn="ctr"/>
                <a:r>
                  <a:rPr lang="en-US" sz="2000"/>
                  <a:t>SYN ACK</a:t>
                </a:r>
                <a:endParaRPr lang="he-IL" sz="2000"/>
              </a:p>
            </p:txBody>
          </p:sp>
        </p:grpSp>
      </p:gr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par>
                          <p:cTn id="8" fill="hold">
                            <p:stCondLst>
                              <p:cond delay="500"/>
                            </p:stCondLst>
                            <p:childTnLst>
                              <p:par>
                                <p:cTn id="9" presetID="22" presetClass="entr" presetSubtype="2"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wipe(right)">
                                      <p:cBhvr>
                                        <p:cTn id="11" dur="500"/>
                                        <p:tgtEl>
                                          <p:spTgt spid="3"/>
                                        </p:tgtEl>
                                      </p:cBhvr>
                                    </p:animEffect>
                                  </p:childTnLst>
                                </p:cTn>
                              </p:par>
                            </p:childTnLst>
                          </p:cTn>
                        </p:par>
                        <p:par>
                          <p:cTn id="12" fill="hold">
                            <p:stCondLst>
                              <p:cond delay="1000"/>
                            </p:stCondLst>
                            <p:childTnLst>
                              <p:par>
                                <p:cTn id="13" presetID="1" presetClass="entr" presetSubtype="0" fill="hold" nodeType="afterEffect">
                                  <p:stCondLst>
                                    <p:cond delay="0"/>
                                  </p:stCondLst>
                                  <p:childTnLst>
                                    <p:set>
                                      <p:cBhvr>
                                        <p:cTn id="14" dur="1" fill="hold">
                                          <p:stCondLst>
                                            <p:cond delay="499"/>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499"/>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1026">
            <a:extLst>
              <a:ext uri="{FF2B5EF4-FFF2-40B4-BE49-F238E27FC236}">
                <a16:creationId xmlns:a16="http://schemas.microsoft.com/office/drawing/2014/main" id="{DF35EAFB-723C-448E-A4FC-2AD349325E14}"/>
              </a:ext>
            </a:extLst>
          </p:cNvPr>
          <p:cNvSpPr>
            <a:spLocks noGrp="1" noChangeArrowheads="1"/>
          </p:cNvSpPr>
          <p:nvPr>
            <p:ph type="title"/>
          </p:nvPr>
        </p:nvSpPr>
        <p:spPr/>
        <p:txBody>
          <a:bodyPr/>
          <a:lstStyle/>
          <a:p>
            <a:pPr algn="ctr"/>
            <a:r>
              <a:rPr lang="en-US" altLang="en-US" dirty="0" err="1">
                <a:effectLst>
                  <a:outerShdw blurRad="38100" dist="38100" dir="2700000" algn="tl">
                    <a:srgbClr val="FFFFFF"/>
                  </a:outerShdw>
                </a:effectLst>
              </a:rPr>
              <a:t>DDoS</a:t>
            </a:r>
            <a:r>
              <a:rPr lang="en-US" altLang="en-US" dirty="0">
                <a:effectLst>
                  <a:outerShdw blurRad="38100" dist="38100" dir="2700000" algn="tl">
                    <a:srgbClr val="FFFFFF"/>
                  </a:outerShdw>
                </a:effectLst>
              </a:rPr>
              <a:t> Attack</a:t>
            </a:r>
          </a:p>
        </p:txBody>
      </p:sp>
      <p:sp>
        <p:nvSpPr>
          <p:cNvPr id="33795" name="Rectangle 1027">
            <a:extLst>
              <a:ext uri="{FF2B5EF4-FFF2-40B4-BE49-F238E27FC236}">
                <a16:creationId xmlns:a16="http://schemas.microsoft.com/office/drawing/2014/main" id="{67A9A743-F28A-4A24-9616-ECA111AAF2F1}"/>
              </a:ext>
            </a:extLst>
          </p:cNvPr>
          <p:cNvSpPr>
            <a:spLocks noGrp="1" noChangeArrowheads="1"/>
          </p:cNvSpPr>
          <p:nvPr>
            <p:ph sz="quarter" idx="1"/>
          </p:nvPr>
        </p:nvSpPr>
        <p:spPr/>
        <p:txBody>
          <a:bodyPr/>
          <a:lstStyle/>
          <a:p>
            <a:pPr algn="just"/>
            <a:r>
              <a:rPr lang="en-US" altLang="en-US" dirty="0">
                <a:solidFill>
                  <a:schemeClr val="bg2"/>
                </a:solidFill>
                <a:latin typeface="Times New Roman" pitchFamily="18" charset="0"/>
                <a:cs typeface="Times New Roman" pitchFamily="18" charset="0"/>
              </a:rPr>
              <a:t>The idea behind this attack is focusing Internet connection bandwidth of many machines upon one or a few machines. This way it is possible to use a large array of smaller (or “weaker”) widely distributed computers to create the big flood effect. </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AB537213-A2DF-4915-9292-EA49A0B45C78}"/>
              </a:ext>
            </a:extLst>
          </p:cNvPr>
          <p:cNvSpPr>
            <a:spLocks noGrp="1" noChangeArrowheads="1"/>
          </p:cNvSpPr>
          <p:nvPr>
            <p:ph type="title"/>
          </p:nvPr>
        </p:nvSpPr>
        <p:spPr/>
        <p:txBody>
          <a:bodyPr/>
          <a:lstStyle/>
          <a:p>
            <a:pPr algn="ctr"/>
            <a:r>
              <a:rPr lang="en-US" altLang="en-US" dirty="0">
                <a:effectLst>
                  <a:outerShdw blurRad="38100" dist="38100" dir="2700000" algn="tl">
                    <a:srgbClr val="FFFFFF"/>
                  </a:outerShdw>
                </a:effectLst>
              </a:rPr>
              <a:t>UDP Flood Attacks</a:t>
            </a:r>
          </a:p>
        </p:txBody>
      </p:sp>
      <p:sp>
        <p:nvSpPr>
          <p:cNvPr id="34819" name="Rectangle 3">
            <a:extLst>
              <a:ext uri="{FF2B5EF4-FFF2-40B4-BE49-F238E27FC236}">
                <a16:creationId xmlns:a16="http://schemas.microsoft.com/office/drawing/2014/main" id="{F9A3DB68-E34D-4FD2-B03C-DA1F80036DF7}"/>
              </a:ext>
            </a:extLst>
          </p:cNvPr>
          <p:cNvSpPr>
            <a:spLocks noGrp="1" noChangeArrowheads="1"/>
          </p:cNvSpPr>
          <p:nvPr>
            <p:ph sz="quarter" idx="1"/>
          </p:nvPr>
        </p:nvSpPr>
        <p:spPr>
          <a:xfrm>
            <a:off x="1767872" y="2020530"/>
            <a:ext cx="9433528" cy="3593591"/>
          </a:xfrm>
        </p:spPr>
        <p:txBody>
          <a:bodyPr>
            <a:normAutofit/>
          </a:bodyPr>
          <a:lstStyle/>
          <a:p>
            <a:pPr algn="just"/>
            <a:r>
              <a:rPr lang="en-US" altLang="en-US" sz="2200" dirty="0">
                <a:solidFill>
                  <a:schemeClr val="bg2"/>
                </a:solidFill>
                <a:latin typeface="Times New Roman" pitchFamily="18" charset="0"/>
                <a:cs typeface="Times New Roman" pitchFamily="18" charset="0"/>
              </a:rPr>
              <a:t>UDP protocol is a connectionless unreliable protocol which doesn't require session negotiation between client and server application. UDP provides easy to use interface for producing large quantity of packets.</a:t>
            </a:r>
          </a:p>
          <a:p>
            <a:pPr algn="just"/>
            <a:r>
              <a:rPr lang="en-US" altLang="en-US" sz="2200" dirty="0">
                <a:solidFill>
                  <a:schemeClr val="bg2"/>
                </a:solidFill>
                <a:latin typeface="Times New Roman" pitchFamily="18" charset="0"/>
                <a:cs typeface="Times New Roman" pitchFamily="18" charset="0"/>
              </a:rPr>
              <a:t>A common attack which exploits UDP simply floods the network with UDP packets destined to a victim's host. Due to the relative simplicity of this protocol an attacker can produce large bandwidth capacity with relatively small effort.</a:t>
            </a:r>
          </a:p>
          <a:p>
            <a:pPr algn="just"/>
            <a:endParaRPr lang="en-US" altLang="en-US" sz="2200" dirty="0">
              <a:solidFill>
                <a:schemeClr val="bg2"/>
              </a:solidFill>
              <a:latin typeface="Times New Roman" pitchFamily="18" charset="0"/>
              <a:cs typeface="Times New Roman" pitchFamily="18" charset="0"/>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1026">
            <a:extLst>
              <a:ext uri="{FF2B5EF4-FFF2-40B4-BE49-F238E27FC236}">
                <a16:creationId xmlns:a16="http://schemas.microsoft.com/office/drawing/2014/main" id="{C8E953C7-CECF-4693-8999-BCFE2D23C97C}"/>
              </a:ext>
            </a:extLst>
          </p:cNvPr>
          <p:cNvSpPr>
            <a:spLocks noGrp="1" noChangeArrowheads="1"/>
          </p:cNvSpPr>
          <p:nvPr>
            <p:ph type="title"/>
          </p:nvPr>
        </p:nvSpPr>
        <p:spPr/>
        <p:txBody>
          <a:bodyPr/>
          <a:lstStyle/>
          <a:p>
            <a:r>
              <a:rPr lang="en-US" altLang="en-US">
                <a:effectLst>
                  <a:outerShdw blurRad="38100" dist="38100" dir="2700000" algn="tl">
                    <a:srgbClr val="FFFFFF"/>
                  </a:outerShdw>
                </a:effectLst>
              </a:rPr>
              <a:t>Protocol Attacks</a:t>
            </a:r>
          </a:p>
        </p:txBody>
      </p:sp>
      <p:sp>
        <p:nvSpPr>
          <p:cNvPr id="28675" name="Rectangle 1027">
            <a:extLst>
              <a:ext uri="{FF2B5EF4-FFF2-40B4-BE49-F238E27FC236}">
                <a16:creationId xmlns:a16="http://schemas.microsoft.com/office/drawing/2014/main" id="{5CFE69DA-6321-4F2A-B00E-46132A8C28F2}"/>
              </a:ext>
            </a:extLst>
          </p:cNvPr>
          <p:cNvSpPr>
            <a:spLocks noGrp="1" noChangeArrowheads="1"/>
          </p:cNvSpPr>
          <p:nvPr>
            <p:ph sz="quarter" idx="1"/>
          </p:nvPr>
        </p:nvSpPr>
        <p:spPr>
          <a:xfrm>
            <a:off x="1251678" y="2286001"/>
            <a:ext cx="7191774" cy="3593591"/>
          </a:xfrm>
        </p:spPr>
        <p:txBody>
          <a:bodyPr>
            <a:normAutofit/>
          </a:bodyPr>
          <a:lstStyle/>
          <a:p>
            <a:pPr algn="just"/>
            <a:r>
              <a:rPr lang="en-US" altLang="en-US" sz="2400" dirty="0">
                <a:solidFill>
                  <a:schemeClr val="bg2"/>
                </a:solidFill>
                <a:latin typeface="Times New Roman" pitchFamily="18" charset="0"/>
                <a:cs typeface="Times New Roman" pitchFamily="18" charset="0"/>
              </a:rPr>
              <a:t>Smurf Attack</a:t>
            </a:r>
          </a:p>
          <a:p>
            <a:pPr algn="just"/>
            <a:r>
              <a:rPr lang="en-US" altLang="en-US" sz="2400" dirty="0">
                <a:solidFill>
                  <a:schemeClr val="bg2"/>
                </a:solidFill>
                <a:latin typeface="Times New Roman" pitchFamily="18" charset="0"/>
                <a:cs typeface="Times New Roman" pitchFamily="18" charset="0"/>
              </a:rPr>
              <a:t>DNS name server Attack</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482963EF-79E4-4D0F-9FFA-ABC0F977B5B8}"/>
              </a:ext>
            </a:extLst>
          </p:cNvPr>
          <p:cNvSpPr>
            <a:spLocks noGrp="1" noChangeArrowheads="1"/>
          </p:cNvSpPr>
          <p:nvPr>
            <p:ph type="title"/>
          </p:nvPr>
        </p:nvSpPr>
        <p:spPr>
          <a:xfrm>
            <a:off x="1251678" y="-45318"/>
            <a:ext cx="10178322" cy="900724"/>
          </a:xfrm>
        </p:spPr>
        <p:txBody>
          <a:bodyPr>
            <a:normAutofit fontScale="90000"/>
          </a:bodyPr>
          <a:lstStyle/>
          <a:p>
            <a:pPr algn="ctr"/>
            <a:r>
              <a:rPr lang="en-US" altLang="en-US" dirty="0">
                <a:effectLst>
                  <a:outerShdw blurRad="38100" dist="38100" dir="2700000" algn="tl">
                    <a:srgbClr val="FFFFFF"/>
                  </a:outerShdw>
                </a:effectLst>
              </a:rPr>
              <a:t>Smurf Attack</a:t>
            </a:r>
            <a:br>
              <a:rPr lang="en-US" altLang="en-US" dirty="0">
                <a:effectLst>
                  <a:outerShdw blurRad="38100" dist="38100" dir="2700000" algn="tl">
                    <a:srgbClr val="FFFFFF"/>
                  </a:outerShdw>
                </a:effectLst>
              </a:rPr>
            </a:br>
            <a:endParaRPr lang="en-US" altLang="en-US" dirty="0">
              <a:effectLst>
                <a:outerShdw blurRad="38100" dist="38100" dir="2700000" algn="tl">
                  <a:srgbClr val="FFFFFF"/>
                </a:outerShdw>
              </a:effectLst>
            </a:endParaRPr>
          </a:p>
        </p:txBody>
      </p:sp>
      <p:sp>
        <p:nvSpPr>
          <p:cNvPr id="36867" name="Rectangle 3">
            <a:extLst>
              <a:ext uri="{FF2B5EF4-FFF2-40B4-BE49-F238E27FC236}">
                <a16:creationId xmlns:a16="http://schemas.microsoft.com/office/drawing/2014/main" id="{A253E825-4A74-438B-A789-FCC50CBAD1A9}"/>
              </a:ext>
            </a:extLst>
          </p:cNvPr>
          <p:cNvSpPr>
            <a:spLocks noGrp="1" noChangeArrowheads="1"/>
          </p:cNvSpPr>
          <p:nvPr>
            <p:ph sz="quarter" idx="1"/>
          </p:nvPr>
        </p:nvSpPr>
        <p:spPr>
          <a:xfrm>
            <a:off x="810819" y="553069"/>
            <a:ext cx="7079568" cy="6231189"/>
          </a:xfrm>
        </p:spPr>
        <p:txBody>
          <a:bodyPr>
            <a:noAutofit/>
          </a:bodyPr>
          <a:lstStyle/>
          <a:p>
            <a:pPr algn="just"/>
            <a:r>
              <a:rPr lang="en-US" altLang="en-US" sz="2200" dirty="0">
                <a:solidFill>
                  <a:schemeClr val="bg2"/>
                </a:solidFill>
                <a:latin typeface="Times New Roman" pitchFamily="18" charset="0"/>
                <a:cs typeface="Times New Roman" pitchFamily="18" charset="0"/>
              </a:rPr>
              <a:t>In this attack, spoofed IP packets containing ICMP Echo-Request with a source address equal to that of the attacked system and a broadcast destination address are sent to the intermediate network. </a:t>
            </a:r>
          </a:p>
          <a:p>
            <a:pPr algn="just"/>
            <a:r>
              <a:rPr lang="en-US" altLang="en-US" sz="2200" dirty="0">
                <a:solidFill>
                  <a:schemeClr val="bg2"/>
                </a:solidFill>
                <a:latin typeface="Times New Roman" pitchFamily="18" charset="0"/>
                <a:cs typeface="Times New Roman" pitchFamily="18" charset="0"/>
              </a:rPr>
              <a:t>Sending a ICMP Echo Request to a broadcast address triggers all hosts included in the network to respond with an ICMP response packet, thus creating a large mass of packets which are routed to the victim's spoofed address.</a:t>
            </a:r>
          </a:p>
          <a:p>
            <a:pPr marL="228600" lvl="2" algn="just">
              <a:spcBef>
                <a:spcPts val="1000"/>
              </a:spcBef>
            </a:pPr>
            <a:r>
              <a:rPr lang="en-US" altLang="zh-TW" sz="2200" dirty="0">
                <a:solidFill>
                  <a:schemeClr val="bg2"/>
                </a:solidFill>
                <a:latin typeface="Times New Roman" pitchFamily="18" charset="0"/>
                <a:cs typeface="Times New Roman" pitchFamily="18" charset="0"/>
              </a:rPr>
              <a:t>On a broadcast network, potentially hundreds of hosts could reply to each ICMP Packet</a:t>
            </a:r>
          </a:p>
          <a:p>
            <a:pPr marL="228600" lvl="2" algn="just">
              <a:spcBef>
                <a:spcPts val="1000"/>
              </a:spcBef>
            </a:pPr>
            <a:r>
              <a:rPr lang="en-US" altLang="zh-TW" sz="2200" dirty="0">
                <a:solidFill>
                  <a:schemeClr val="bg2"/>
                </a:solidFill>
                <a:latin typeface="Times New Roman" pitchFamily="18" charset="0"/>
                <a:cs typeface="Times New Roman" pitchFamily="18" charset="0"/>
              </a:rPr>
              <a:t>This process of using intermediate network devices to elicit many responses to a single packet has been labeled as an “amplifier” process</a:t>
            </a:r>
          </a:p>
          <a:p>
            <a:pPr marL="228600" lvl="2" algn="just">
              <a:spcBef>
                <a:spcPts val="1000"/>
              </a:spcBef>
            </a:pPr>
            <a:r>
              <a:rPr lang="en-US" altLang="zh-TW" sz="2200" dirty="0">
                <a:solidFill>
                  <a:schemeClr val="bg2"/>
                </a:solidFill>
                <a:latin typeface="Times New Roman" pitchFamily="18" charset="0"/>
                <a:cs typeface="Times New Roman" pitchFamily="18" charset="0"/>
              </a:rPr>
              <a:t>Amplifier as well as the target victim are impacted</a:t>
            </a:r>
          </a:p>
          <a:p>
            <a:pPr marL="228600" lvl="2" algn="just">
              <a:spcBef>
                <a:spcPts val="1000"/>
              </a:spcBef>
            </a:pPr>
            <a:r>
              <a:rPr lang="en-US" altLang="zh-TW" sz="2200" dirty="0">
                <a:solidFill>
                  <a:schemeClr val="bg2"/>
                </a:solidFill>
                <a:latin typeface="Times New Roman" pitchFamily="18" charset="0"/>
                <a:cs typeface="Times New Roman" pitchFamily="18" charset="0"/>
              </a:rPr>
              <a:t>This method overloads an entire network</a:t>
            </a:r>
          </a:p>
          <a:p>
            <a:pPr algn="just"/>
            <a:endParaRPr lang="en-US" altLang="en-US" sz="2200" dirty="0">
              <a:solidFill>
                <a:schemeClr val="bg2"/>
              </a:solidFill>
              <a:latin typeface="Times New Roman" pitchFamily="18" charset="0"/>
              <a:cs typeface="Times New Roman" pitchFamily="18" charset="0"/>
            </a:endParaRPr>
          </a:p>
          <a:p>
            <a:pPr algn="just">
              <a:buFontTx/>
              <a:buNone/>
            </a:pPr>
            <a:endParaRPr lang="en-US" altLang="en-US" sz="2200" dirty="0">
              <a:solidFill>
                <a:schemeClr val="bg2"/>
              </a:solidFill>
              <a:latin typeface="Times New Roman" pitchFamily="18" charset="0"/>
              <a:cs typeface="Times New Roman" pitchFamily="18" charset="0"/>
            </a:endParaRPr>
          </a:p>
        </p:txBody>
      </p:sp>
      <p:pic>
        <p:nvPicPr>
          <p:cNvPr id="4" name="Picture 5" descr="smurf_attack">
            <a:extLst>
              <a:ext uri="{FF2B5EF4-FFF2-40B4-BE49-F238E27FC236}">
                <a16:creationId xmlns:a16="http://schemas.microsoft.com/office/drawing/2014/main" id="{DE7A5CC3-7A5A-4D29-9CDD-A19F078C152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24018" y="1312608"/>
            <a:ext cx="4304993" cy="334788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4" name="Rectangle 4">
            <a:extLst>
              <a:ext uri="{FF2B5EF4-FFF2-40B4-BE49-F238E27FC236}">
                <a16:creationId xmlns:a16="http://schemas.microsoft.com/office/drawing/2014/main" id="{2F48B9FF-D4AF-41E3-B05E-CF925D6E825C}"/>
              </a:ext>
            </a:extLst>
          </p:cNvPr>
          <p:cNvSpPr>
            <a:spLocks noGrp="1" noChangeArrowheads="1"/>
          </p:cNvSpPr>
          <p:nvPr>
            <p:ph type="title"/>
          </p:nvPr>
        </p:nvSpPr>
        <p:spPr bwMode="auto">
          <a:xfrm>
            <a:off x="1981200" y="1295400"/>
            <a:ext cx="8229600" cy="609600"/>
          </a:xfr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p>
            <a:r>
              <a:rPr lang="en-US" altLang="ar-SA" sz="2400"/>
              <a:t>DDoS Tools and Their Attack Methods</a:t>
            </a:r>
            <a:endParaRPr lang="en-US" altLang="en-US" sz="2400"/>
          </a:p>
        </p:txBody>
      </p:sp>
      <p:sp>
        <p:nvSpPr>
          <p:cNvPr id="51205" name="Rectangle 5">
            <a:extLst>
              <a:ext uri="{FF2B5EF4-FFF2-40B4-BE49-F238E27FC236}">
                <a16:creationId xmlns:a16="http://schemas.microsoft.com/office/drawing/2014/main" id="{B64059CB-7F1F-4989-A533-B8CD485514E8}"/>
              </a:ext>
            </a:extLst>
          </p:cNvPr>
          <p:cNvSpPr>
            <a:spLocks noGrp="1" noChangeArrowheads="1"/>
          </p:cNvSpPr>
          <p:nvPr>
            <p:ph sz="quarter" idx="1"/>
          </p:nvPr>
        </p:nvSpPr>
        <p:spPr bwMode="auto">
          <a:xfrm>
            <a:off x="2209800" y="2590799"/>
            <a:ext cx="7772400" cy="2644877"/>
          </a:xfr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fontScale="92500"/>
          </a:bodyPr>
          <a:lstStyle/>
          <a:p>
            <a:r>
              <a:rPr lang="en-US" altLang="ar-SA" sz="2200" dirty="0" err="1">
                <a:solidFill>
                  <a:schemeClr val="bg2"/>
                </a:solidFill>
                <a:latin typeface="Times New Roman" pitchFamily="18" charset="0"/>
                <a:cs typeface="Times New Roman" pitchFamily="18" charset="0"/>
              </a:rPr>
              <a:t>Trinoo</a:t>
            </a:r>
            <a:r>
              <a:rPr lang="en-US" altLang="ar-SA" sz="2200" dirty="0">
                <a:solidFill>
                  <a:schemeClr val="bg2"/>
                </a:solidFill>
                <a:latin typeface="Times New Roman" pitchFamily="18" charset="0"/>
                <a:cs typeface="Times New Roman" pitchFamily="18" charset="0"/>
              </a:rPr>
              <a:t>				UDP	</a:t>
            </a:r>
          </a:p>
          <a:p>
            <a:r>
              <a:rPr lang="en-US" altLang="ar-SA" sz="2200" dirty="0">
                <a:solidFill>
                  <a:schemeClr val="bg2"/>
                </a:solidFill>
                <a:latin typeface="Times New Roman" pitchFamily="18" charset="0"/>
                <a:cs typeface="Times New Roman" pitchFamily="18" charset="0"/>
              </a:rPr>
              <a:t>Tribe Flood Network (TFN)		UDP, ICMP, SYN, Smurf</a:t>
            </a:r>
          </a:p>
          <a:p>
            <a:r>
              <a:rPr lang="en-US" altLang="ar-SA" sz="2200" dirty="0" err="1">
                <a:solidFill>
                  <a:schemeClr val="bg2"/>
                </a:solidFill>
                <a:latin typeface="Times New Roman" pitchFamily="18" charset="0"/>
                <a:cs typeface="Times New Roman" pitchFamily="18" charset="0"/>
              </a:rPr>
              <a:t>Stacheldracht</a:t>
            </a:r>
            <a:r>
              <a:rPr lang="en-US" altLang="ar-SA" sz="2200" dirty="0">
                <a:solidFill>
                  <a:schemeClr val="bg2"/>
                </a:solidFill>
                <a:latin typeface="Times New Roman" pitchFamily="18" charset="0"/>
                <a:cs typeface="Times New Roman" pitchFamily="18" charset="0"/>
              </a:rPr>
              <a:t> 			UDP, ICMP, SYN, Smurf	</a:t>
            </a:r>
          </a:p>
          <a:p>
            <a:r>
              <a:rPr lang="en-US" altLang="ar-SA" sz="2200" dirty="0">
                <a:solidFill>
                  <a:schemeClr val="bg2"/>
                </a:solidFill>
                <a:latin typeface="Times New Roman" pitchFamily="18" charset="0"/>
                <a:cs typeface="Times New Roman" pitchFamily="18" charset="0"/>
              </a:rPr>
              <a:t>TFN 2K				UDP, ICMP, SYN, Smurf	</a:t>
            </a:r>
          </a:p>
          <a:p>
            <a:r>
              <a:rPr lang="en-US" altLang="ar-SA" sz="2200" dirty="0">
                <a:solidFill>
                  <a:schemeClr val="bg2"/>
                </a:solidFill>
                <a:latin typeface="Times New Roman" pitchFamily="18" charset="0"/>
                <a:cs typeface="Times New Roman" pitchFamily="18" charset="0"/>
              </a:rPr>
              <a:t>Shaft					UDP, ICMP, SYN</a:t>
            </a:r>
            <a:endParaRPr lang="en-US" altLang="en-US" sz="2200" dirty="0">
              <a:solidFill>
                <a:schemeClr val="bg2"/>
              </a:solidFill>
              <a:latin typeface="Times New Roman" pitchFamily="18" charset="0"/>
              <a:cs typeface="Times New Roman" pitchFamily="18" charset="0"/>
            </a:endParaRPr>
          </a:p>
        </p:txBody>
      </p:sp>
      <p:sp>
        <p:nvSpPr>
          <p:cNvPr id="7" name="Slide Number Placeholder 4">
            <a:extLst>
              <a:ext uri="{FF2B5EF4-FFF2-40B4-BE49-F238E27FC236}">
                <a16:creationId xmlns:a16="http://schemas.microsoft.com/office/drawing/2014/main" id="{07666BEA-3782-4533-A4FA-491A2E4A4F7A}"/>
              </a:ext>
            </a:extLst>
          </p:cNvPr>
          <p:cNvSpPr>
            <a:spLocks noGrp="1"/>
          </p:cNvSpPr>
          <p:nvPr>
            <p:ph type="sldNum" sz="quarter" idx="4294967295"/>
          </p:nvPr>
        </p:nvSpPr>
        <p:spPr>
          <a:xfrm>
            <a:off x="10838688" y="5734050"/>
            <a:ext cx="812800" cy="521208"/>
          </a:xfrm>
          <a:prstGeom prst="rect">
            <a:avLst/>
          </a:prstGeom>
        </p:spPr>
        <p:txBody>
          <a:bodyPr/>
          <a:lstStyle/>
          <a:p>
            <a:fld id="{E66FFE7B-D795-4978-95A5-F0F00001E98D}" type="slidenum">
              <a:rPr lang="en-US" altLang="en-US"/>
              <a:pPr/>
              <a:t>57</a:t>
            </a:fld>
            <a:endParaRPr lang="en-US" altLang="en-US"/>
          </a:p>
        </p:txBody>
      </p:sp>
    </p:spTree>
    <p:extLst>
      <p:ext uri="{BB962C8B-B14F-4D97-AF65-F5344CB8AC3E}">
        <p14:creationId xmlns:p14="http://schemas.microsoft.com/office/powerpoint/2010/main" val="336405204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a:extLst>
              <a:ext uri="{FF2B5EF4-FFF2-40B4-BE49-F238E27FC236}">
                <a16:creationId xmlns:a16="http://schemas.microsoft.com/office/drawing/2014/main" id="{A632F91F-7C7B-4ABE-95A6-53803718798B}"/>
              </a:ext>
            </a:extLst>
          </p:cNvPr>
          <p:cNvSpPr>
            <a:spLocks noGrp="1" noChangeArrowheads="1"/>
          </p:cNvSpPr>
          <p:nvPr>
            <p:ph type="title"/>
          </p:nvPr>
        </p:nvSpPr>
        <p:spPr/>
        <p:txBody>
          <a:bodyPr/>
          <a:lstStyle/>
          <a:p>
            <a:pPr algn="ctr"/>
            <a:r>
              <a:rPr lang="en-US" altLang="en-US" dirty="0">
                <a:effectLst>
                  <a:outerShdw blurRad="38100" dist="38100" dir="2700000" algn="tl">
                    <a:srgbClr val="FFFFFF"/>
                  </a:outerShdw>
                </a:effectLst>
              </a:rPr>
              <a:t>DNS name server Attack</a:t>
            </a:r>
          </a:p>
        </p:txBody>
      </p:sp>
      <p:sp>
        <p:nvSpPr>
          <p:cNvPr id="38915" name="Rectangle 3">
            <a:extLst>
              <a:ext uri="{FF2B5EF4-FFF2-40B4-BE49-F238E27FC236}">
                <a16:creationId xmlns:a16="http://schemas.microsoft.com/office/drawing/2014/main" id="{8ABADF7E-7039-4C6D-B59E-D4C5D72BC3C3}"/>
              </a:ext>
            </a:extLst>
          </p:cNvPr>
          <p:cNvSpPr>
            <a:spLocks noGrp="1" noChangeArrowheads="1"/>
          </p:cNvSpPr>
          <p:nvPr>
            <p:ph sz="quarter" idx="1"/>
          </p:nvPr>
        </p:nvSpPr>
        <p:spPr>
          <a:xfrm>
            <a:off x="1379763" y="1441033"/>
            <a:ext cx="10029135" cy="3593591"/>
          </a:xfrm>
        </p:spPr>
        <p:txBody>
          <a:bodyPr>
            <a:noAutofit/>
          </a:bodyPr>
          <a:lstStyle/>
          <a:p>
            <a:pPr algn="just">
              <a:lnSpc>
                <a:spcPct val="200000"/>
              </a:lnSpc>
            </a:pPr>
            <a:r>
              <a:rPr lang="en-US" altLang="en-US" dirty="0">
                <a:solidFill>
                  <a:schemeClr val="bg2"/>
                </a:solidFill>
                <a:latin typeface="Times New Roman" pitchFamily="18" charset="0"/>
                <a:cs typeface="Times New Roman" pitchFamily="18" charset="0"/>
              </a:rPr>
              <a:t>The most common method seen involves an intruder sending a large number of UDP-based DNS requests to a </a:t>
            </a:r>
            <a:r>
              <a:rPr lang="en-US" altLang="en-US" dirty="0" err="1">
                <a:solidFill>
                  <a:schemeClr val="bg2"/>
                </a:solidFill>
                <a:latin typeface="Times New Roman" pitchFamily="18" charset="0"/>
                <a:cs typeface="Times New Roman" pitchFamily="18" charset="0"/>
              </a:rPr>
              <a:t>Nameserver</a:t>
            </a:r>
            <a:r>
              <a:rPr lang="en-US" altLang="en-US" dirty="0">
                <a:solidFill>
                  <a:schemeClr val="bg2"/>
                </a:solidFill>
                <a:latin typeface="Times New Roman" pitchFamily="18" charset="0"/>
                <a:cs typeface="Times New Roman" pitchFamily="18" charset="0"/>
              </a:rPr>
              <a:t> using a spoofed source IP address. Any </a:t>
            </a:r>
            <a:r>
              <a:rPr lang="en-US" altLang="en-US" dirty="0" err="1">
                <a:solidFill>
                  <a:schemeClr val="bg2"/>
                </a:solidFill>
                <a:latin typeface="Times New Roman" pitchFamily="18" charset="0"/>
                <a:cs typeface="Times New Roman" pitchFamily="18" charset="0"/>
              </a:rPr>
              <a:t>Nameserver</a:t>
            </a:r>
            <a:r>
              <a:rPr lang="en-US" altLang="en-US" dirty="0">
                <a:solidFill>
                  <a:schemeClr val="bg2"/>
                </a:solidFill>
                <a:latin typeface="Times New Roman" pitchFamily="18" charset="0"/>
                <a:cs typeface="Times New Roman" pitchFamily="18" charset="0"/>
              </a:rPr>
              <a:t> response is sent back to the spoofed IP address as the destination.</a:t>
            </a:r>
          </a:p>
          <a:p>
            <a:pPr algn="just">
              <a:lnSpc>
                <a:spcPct val="200000"/>
              </a:lnSpc>
            </a:pPr>
            <a:r>
              <a:rPr lang="en-US" altLang="en-US" dirty="0">
                <a:solidFill>
                  <a:schemeClr val="bg2"/>
                </a:solidFill>
                <a:latin typeface="Times New Roman" pitchFamily="18" charset="0"/>
                <a:cs typeface="Times New Roman" pitchFamily="18" charset="0"/>
              </a:rPr>
              <a:t>In this scenario, the spoofed IP address represents the victim of the denial of service attack. The </a:t>
            </a:r>
            <a:r>
              <a:rPr lang="en-US" altLang="en-US" dirty="0" err="1">
                <a:solidFill>
                  <a:schemeClr val="bg2"/>
                </a:solidFill>
                <a:latin typeface="Times New Roman" pitchFamily="18" charset="0"/>
                <a:cs typeface="Times New Roman" pitchFamily="18" charset="0"/>
              </a:rPr>
              <a:t>Nameserver</a:t>
            </a:r>
            <a:r>
              <a:rPr lang="en-US" altLang="en-US" dirty="0">
                <a:solidFill>
                  <a:schemeClr val="bg2"/>
                </a:solidFill>
                <a:latin typeface="Times New Roman" pitchFamily="18" charset="0"/>
                <a:cs typeface="Times New Roman" pitchFamily="18" charset="0"/>
              </a:rPr>
              <a:t> is an intermediate party in the attack. </a:t>
            </a:r>
          </a:p>
          <a:p>
            <a:pPr algn="just">
              <a:lnSpc>
                <a:spcPct val="200000"/>
              </a:lnSpc>
            </a:pPr>
            <a:r>
              <a:rPr lang="en-US" altLang="en-US" dirty="0">
                <a:solidFill>
                  <a:schemeClr val="bg2"/>
                </a:solidFill>
                <a:latin typeface="Times New Roman" pitchFamily="18" charset="0"/>
                <a:cs typeface="Times New Roman" pitchFamily="18" charset="0"/>
              </a:rPr>
              <a:t>The true source of the attack is difficult for an intermediate or a victim site to determine due to the use of spoofed source addresses. </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1026">
            <a:extLst>
              <a:ext uri="{FF2B5EF4-FFF2-40B4-BE49-F238E27FC236}">
                <a16:creationId xmlns:a16="http://schemas.microsoft.com/office/drawing/2014/main" id="{69C10058-C0FD-46E2-8A85-A7C4E554F34A}"/>
              </a:ext>
            </a:extLst>
          </p:cNvPr>
          <p:cNvSpPr>
            <a:spLocks noGrp="1" noChangeArrowheads="1"/>
          </p:cNvSpPr>
          <p:nvPr>
            <p:ph type="title"/>
          </p:nvPr>
        </p:nvSpPr>
        <p:spPr/>
        <p:txBody>
          <a:bodyPr/>
          <a:lstStyle/>
          <a:p>
            <a:r>
              <a:rPr lang="en-US" altLang="en-US">
                <a:effectLst>
                  <a:outerShdw blurRad="38100" dist="38100" dir="2700000" algn="tl">
                    <a:srgbClr val="FFFFFF"/>
                  </a:outerShdw>
                </a:effectLst>
              </a:rPr>
              <a:t>Software Vulnerability Attacks</a:t>
            </a:r>
          </a:p>
        </p:txBody>
      </p:sp>
      <p:sp>
        <p:nvSpPr>
          <p:cNvPr id="29699" name="Rectangle 1027">
            <a:extLst>
              <a:ext uri="{FF2B5EF4-FFF2-40B4-BE49-F238E27FC236}">
                <a16:creationId xmlns:a16="http://schemas.microsoft.com/office/drawing/2014/main" id="{6184A412-E88F-4F9C-8CC2-BE7F15C43992}"/>
              </a:ext>
            </a:extLst>
          </p:cNvPr>
          <p:cNvSpPr>
            <a:spLocks noGrp="1" noChangeArrowheads="1"/>
          </p:cNvSpPr>
          <p:nvPr>
            <p:ph sz="quarter" idx="1"/>
          </p:nvPr>
        </p:nvSpPr>
        <p:spPr>
          <a:xfrm>
            <a:off x="1858296" y="2286001"/>
            <a:ext cx="9571703" cy="3593591"/>
          </a:xfrm>
        </p:spPr>
        <p:txBody>
          <a:bodyPr>
            <a:normAutofit/>
          </a:bodyPr>
          <a:lstStyle/>
          <a:p>
            <a:pPr algn="just"/>
            <a:r>
              <a:rPr lang="en-US" altLang="en-US" sz="2600" dirty="0">
                <a:solidFill>
                  <a:schemeClr val="bg2"/>
                </a:solidFill>
                <a:latin typeface="Times New Roman" pitchFamily="18" charset="0"/>
                <a:cs typeface="Times New Roman" pitchFamily="18" charset="0"/>
              </a:rPr>
              <a:t>Ping of Death Attack</a:t>
            </a:r>
          </a:p>
          <a:p>
            <a:pPr algn="just"/>
            <a:r>
              <a:rPr lang="en-US" altLang="en-US" sz="2600" dirty="0">
                <a:solidFill>
                  <a:schemeClr val="bg2"/>
                </a:solidFill>
                <a:latin typeface="Times New Roman" pitchFamily="18" charset="0"/>
                <a:cs typeface="Times New Roman" pitchFamily="18" charset="0"/>
              </a:rPr>
              <a:t>Fragmentation Attack and Teardrop Attack</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B135F276-9B53-4910-B1D9-6CF40DEB5396}"/>
              </a:ext>
            </a:extLst>
          </p:cNvPr>
          <p:cNvSpPr>
            <a:spLocks noGrp="1" noChangeArrowheads="1"/>
          </p:cNvSpPr>
          <p:nvPr>
            <p:ph type="title"/>
          </p:nvPr>
        </p:nvSpPr>
        <p:spPr/>
        <p:txBody>
          <a:bodyPr/>
          <a:lstStyle/>
          <a:p>
            <a:r>
              <a:rPr lang="en-US" altLang="en-US">
                <a:effectLst>
                  <a:outerShdw blurRad="38100" dist="38100" dir="2700000" algn="tl">
                    <a:srgbClr val="FFFFFF"/>
                  </a:outerShdw>
                </a:effectLst>
              </a:rPr>
              <a:t>Ping of Death Attack</a:t>
            </a:r>
          </a:p>
        </p:txBody>
      </p:sp>
      <p:sp>
        <p:nvSpPr>
          <p:cNvPr id="41987" name="Rectangle 3">
            <a:extLst>
              <a:ext uri="{FF2B5EF4-FFF2-40B4-BE49-F238E27FC236}">
                <a16:creationId xmlns:a16="http://schemas.microsoft.com/office/drawing/2014/main" id="{AEF52735-8765-401A-9801-6D500D161E60}"/>
              </a:ext>
            </a:extLst>
          </p:cNvPr>
          <p:cNvSpPr>
            <a:spLocks noGrp="1" noChangeArrowheads="1"/>
          </p:cNvSpPr>
          <p:nvPr>
            <p:ph sz="quarter" idx="1"/>
          </p:nvPr>
        </p:nvSpPr>
        <p:spPr>
          <a:xfrm>
            <a:off x="1139136" y="1343466"/>
            <a:ext cx="10178322" cy="3593591"/>
          </a:xfrm>
        </p:spPr>
        <p:txBody>
          <a:bodyPr>
            <a:noAutofit/>
          </a:bodyPr>
          <a:lstStyle/>
          <a:p>
            <a:pPr algn="just">
              <a:lnSpc>
                <a:spcPct val="150000"/>
              </a:lnSpc>
            </a:pPr>
            <a:r>
              <a:rPr lang="en-US" altLang="en-US" sz="2400" dirty="0">
                <a:solidFill>
                  <a:schemeClr val="bg2"/>
                </a:solidFill>
                <a:latin typeface="Times New Roman" pitchFamily="18" charset="0"/>
                <a:cs typeface="Times New Roman" pitchFamily="18" charset="0"/>
              </a:rPr>
              <a:t>Ping of Death is an attempt by an attacker to crash, reboot or freeze a system by sending an illegal ICMP (over IP) packet to the host under attack. </a:t>
            </a:r>
          </a:p>
          <a:p>
            <a:pPr algn="just">
              <a:lnSpc>
                <a:spcPct val="150000"/>
              </a:lnSpc>
            </a:pPr>
            <a:r>
              <a:rPr lang="en-US" altLang="en-US" sz="2400" dirty="0">
                <a:solidFill>
                  <a:schemeClr val="bg2"/>
                </a:solidFill>
                <a:latin typeface="Times New Roman" pitchFamily="18" charset="0"/>
                <a:cs typeface="Times New Roman" pitchFamily="18" charset="0"/>
              </a:rPr>
              <a:t>The TCP/IP specification allows for a maximum packet size of up to 65536 octets. In some TCP stack implementation encountering packets of greater size may cause the victim's host to crash. </a:t>
            </a:r>
          </a:p>
          <a:p>
            <a:pPr algn="just">
              <a:lnSpc>
                <a:spcPct val="150000"/>
              </a:lnSpc>
            </a:pPr>
            <a:r>
              <a:rPr lang="en-US" altLang="en-US" sz="2400" dirty="0">
                <a:solidFill>
                  <a:schemeClr val="bg2"/>
                </a:solidFill>
                <a:latin typeface="Times New Roman" pitchFamily="18" charset="0"/>
                <a:cs typeface="Times New Roman" pitchFamily="18" charset="0"/>
              </a:rPr>
              <a:t>Most implementations of the ICMP protocol use packet header size of 8 octets but allow the user to specify larger packet header sizes. </a:t>
            </a:r>
          </a:p>
          <a:p>
            <a:pPr algn="just">
              <a:lnSpc>
                <a:spcPct val="150000"/>
              </a:lnSpc>
            </a:pPr>
            <a:r>
              <a:rPr lang="en-US" altLang="en-US" sz="2400" dirty="0">
                <a:solidFill>
                  <a:schemeClr val="bg2"/>
                </a:solidFill>
                <a:latin typeface="Times New Roman" pitchFamily="18" charset="0"/>
                <a:cs typeface="Times New Roman" pitchFamily="18" charset="0"/>
              </a:rPr>
              <a:t>In the attack, the ICMP packet is sent in the form of a fragmented message which, when reassembled is larger than the maximum legal IP packet size</a:t>
            </a:r>
          </a:p>
          <a:p>
            <a:pPr algn="just">
              <a:lnSpc>
                <a:spcPct val="150000"/>
              </a:lnSpc>
            </a:pPr>
            <a:endParaRPr lang="en-US" altLang="en-US" sz="2400" dirty="0">
              <a:solidFill>
                <a:schemeClr val="bg2"/>
              </a:solidFill>
              <a:latin typeface="Times New Roman" pitchFamily="18" charset="0"/>
              <a:cs typeface="Times New Roman" pitchFamily="18" charset="0"/>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a:extLst>
              <a:ext uri="{FF2B5EF4-FFF2-40B4-BE49-F238E27FC236}">
                <a16:creationId xmlns:a16="http://schemas.microsoft.com/office/drawing/2014/main" id="{59A7B5B4-E11A-46B2-BFD8-5A9914A3E0D3}"/>
              </a:ext>
            </a:extLst>
          </p:cNvPr>
          <p:cNvSpPr>
            <a:spLocks noGrp="1" noChangeArrowheads="1"/>
          </p:cNvSpPr>
          <p:nvPr>
            <p:ph type="title"/>
          </p:nvPr>
        </p:nvSpPr>
        <p:spPr/>
        <p:txBody>
          <a:bodyPr/>
          <a:lstStyle/>
          <a:p>
            <a:pPr algn="ctr"/>
            <a:r>
              <a:rPr lang="en-US" altLang="en-US" sz="4000" dirty="0">
                <a:solidFill>
                  <a:schemeClr val="bg2"/>
                </a:solidFill>
                <a:effectLst>
                  <a:outerShdw blurRad="38100" dist="38100" dir="2700000" algn="tl">
                    <a:srgbClr val="FFFFFF"/>
                  </a:outerShdw>
                </a:effectLst>
                <a:latin typeface="Times New Roman" pitchFamily="18" charset="0"/>
                <a:cs typeface="Times New Roman" pitchFamily="18" charset="0"/>
              </a:rPr>
              <a:t>Teardrop Attack</a:t>
            </a:r>
          </a:p>
        </p:txBody>
      </p:sp>
      <p:sp>
        <p:nvSpPr>
          <p:cNvPr id="44035" name="Rectangle 3">
            <a:extLst>
              <a:ext uri="{FF2B5EF4-FFF2-40B4-BE49-F238E27FC236}">
                <a16:creationId xmlns:a16="http://schemas.microsoft.com/office/drawing/2014/main" id="{DAD915C9-2BAB-48F8-B3A2-A6B2E1199E80}"/>
              </a:ext>
            </a:extLst>
          </p:cNvPr>
          <p:cNvSpPr>
            <a:spLocks noGrp="1" noChangeArrowheads="1"/>
          </p:cNvSpPr>
          <p:nvPr>
            <p:ph sz="quarter" idx="1"/>
          </p:nvPr>
        </p:nvSpPr>
        <p:spPr>
          <a:xfrm>
            <a:off x="1223543" y="1076179"/>
            <a:ext cx="10259438" cy="4876800"/>
          </a:xfrm>
          <a:noFill/>
          <a:ln/>
        </p:spPr>
        <p:txBody>
          <a:bodyPr>
            <a:noAutofit/>
          </a:bodyPr>
          <a:lstStyle/>
          <a:p>
            <a:pPr algn="just">
              <a:lnSpc>
                <a:spcPct val="90000"/>
              </a:lnSpc>
            </a:pPr>
            <a:endParaRPr lang="en-US" altLang="en-US" sz="2200" dirty="0">
              <a:solidFill>
                <a:schemeClr val="bg2"/>
              </a:solidFill>
              <a:latin typeface="Times New Roman" pitchFamily="18" charset="0"/>
              <a:cs typeface="Times New Roman" pitchFamily="18" charset="0"/>
            </a:endParaRPr>
          </a:p>
          <a:p>
            <a:pPr algn="just"/>
            <a:r>
              <a:rPr lang="en-US" altLang="en-US" sz="2200" dirty="0">
                <a:solidFill>
                  <a:schemeClr val="bg2"/>
                </a:solidFill>
                <a:latin typeface="Times New Roman" pitchFamily="18" charset="0"/>
                <a:cs typeface="Times New Roman" pitchFamily="18" charset="0"/>
              </a:rPr>
              <a:t>Teardrop attacks target a vulnerability in the way fragmented IP packets are reassembled. </a:t>
            </a:r>
          </a:p>
          <a:p>
            <a:pPr algn="just"/>
            <a:r>
              <a:rPr lang="en-US" altLang="en-US" sz="2200" dirty="0">
                <a:solidFill>
                  <a:schemeClr val="bg2"/>
                </a:solidFill>
                <a:latin typeface="Times New Roman" pitchFamily="18" charset="0"/>
                <a:cs typeface="Times New Roman" pitchFamily="18" charset="0"/>
              </a:rPr>
              <a:t>Fragmentation is necessary when IP Datagrams are larger than the maximum transmission unit (MTU) of a network segment across which the Datagrams must traverse. </a:t>
            </a:r>
          </a:p>
          <a:p>
            <a:pPr algn="just"/>
            <a:r>
              <a:rPr lang="en-US" altLang="en-US" sz="2200" dirty="0">
                <a:solidFill>
                  <a:schemeClr val="bg2"/>
                </a:solidFill>
                <a:latin typeface="Times New Roman" pitchFamily="18" charset="0"/>
                <a:cs typeface="Times New Roman" pitchFamily="18" charset="0"/>
              </a:rPr>
              <a:t>In order to successfully reassemble packets at the receiving end, the IP header for each fragment includes an offset to identify the fragment's position in the original un-fragmented packet. </a:t>
            </a:r>
          </a:p>
          <a:p>
            <a:pPr algn="just"/>
            <a:r>
              <a:rPr lang="en-US" altLang="en-US" sz="2200" dirty="0">
                <a:solidFill>
                  <a:schemeClr val="bg2"/>
                </a:solidFill>
                <a:latin typeface="Times New Roman" pitchFamily="18" charset="0"/>
                <a:cs typeface="Times New Roman" pitchFamily="18" charset="0"/>
              </a:rPr>
              <a:t>In a Teardrop attack, packet fragments are deliberately fabricated with overlapping offset fields causing the host to hang or crash when it tries to reassemble them.</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a:extLst>
              <a:ext uri="{FF2B5EF4-FFF2-40B4-BE49-F238E27FC236}">
                <a16:creationId xmlns:a16="http://schemas.microsoft.com/office/drawing/2014/main" id="{2B671F46-7D2D-4C98-BD5F-90317BB6C0CF}"/>
              </a:ext>
            </a:extLst>
          </p:cNvPr>
          <p:cNvSpPr>
            <a:spLocks noGrp="1" noChangeArrowheads="1"/>
          </p:cNvSpPr>
          <p:nvPr>
            <p:ph type="title"/>
          </p:nvPr>
        </p:nvSpPr>
        <p:spPr/>
        <p:txBody>
          <a:bodyPr/>
          <a:lstStyle/>
          <a:p>
            <a:pPr algn="ctr"/>
            <a:r>
              <a:rPr lang="en-US" altLang="en-US" dirty="0">
                <a:effectLst>
                  <a:outerShdw blurRad="38100" dist="38100" dir="2700000" algn="tl">
                    <a:srgbClr val="FFFFFF"/>
                  </a:outerShdw>
                </a:effectLst>
              </a:rPr>
              <a:t>Damage &amp; Costs</a:t>
            </a:r>
          </a:p>
        </p:txBody>
      </p:sp>
      <p:sp>
        <p:nvSpPr>
          <p:cNvPr id="51203" name="Rectangle 3">
            <a:extLst>
              <a:ext uri="{FF2B5EF4-FFF2-40B4-BE49-F238E27FC236}">
                <a16:creationId xmlns:a16="http://schemas.microsoft.com/office/drawing/2014/main" id="{198AEF58-3DF0-411B-8CA4-5607752AFE9F}"/>
              </a:ext>
            </a:extLst>
          </p:cNvPr>
          <p:cNvSpPr>
            <a:spLocks noGrp="1" noChangeArrowheads="1"/>
          </p:cNvSpPr>
          <p:nvPr>
            <p:ph sz="quarter" idx="1"/>
          </p:nvPr>
        </p:nvSpPr>
        <p:spPr>
          <a:xfrm>
            <a:off x="1540632" y="1042485"/>
            <a:ext cx="9544141" cy="3593591"/>
          </a:xfrm>
        </p:spPr>
        <p:txBody>
          <a:bodyPr>
            <a:noAutofit/>
          </a:bodyPr>
          <a:lstStyle/>
          <a:p>
            <a:pPr algn="just">
              <a:lnSpc>
                <a:spcPct val="220000"/>
              </a:lnSpc>
            </a:pPr>
            <a:r>
              <a:rPr lang="en-US" altLang="en-US" sz="1800" b="1" u="sng" dirty="0">
                <a:solidFill>
                  <a:schemeClr val="bg2"/>
                </a:solidFill>
                <a:latin typeface="Times New Roman" pitchFamily="18" charset="0"/>
                <a:cs typeface="Times New Roman" pitchFamily="18" charset="0"/>
              </a:rPr>
              <a:t>Hidden Costs</a:t>
            </a:r>
            <a:r>
              <a:rPr lang="en-US" altLang="en-US" sz="1800" dirty="0">
                <a:solidFill>
                  <a:schemeClr val="bg2"/>
                </a:solidFill>
                <a:latin typeface="Times New Roman" pitchFamily="18" charset="0"/>
                <a:cs typeface="Times New Roman" pitchFamily="18" charset="0"/>
              </a:rPr>
              <a:t>: There may be hidden costs associated with denial-of-service attacks. For example, the direct target of a </a:t>
            </a:r>
            <a:r>
              <a:rPr lang="en-US" altLang="en-US" sz="1800" dirty="0" err="1">
                <a:solidFill>
                  <a:schemeClr val="bg2"/>
                </a:solidFill>
                <a:latin typeface="Times New Roman" pitchFamily="18" charset="0"/>
                <a:cs typeface="Times New Roman" pitchFamily="18" charset="0"/>
              </a:rPr>
              <a:t>DoS</a:t>
            </a:r>
            <a:r>
              <a:rPr lang="en-US" altLang="en-US" sz="1800" dirty="0">
                <a:solidFill>
                  <a:schemeClr val="bg2"/>
                </a:solidFill>
                <a:latin typeface="Times New Roman" pitchFamily="18" charset="0"/>
                <a:cs typeface="Times New Roman" pitchFamily="18" charset="0"/>
              </a:rPr>
              <a:t> attack may not be the only victim. An attack against one site may affect network resources that serve multiple sites.</a:t>
            </a:r>
          </a:p>
          <a:p>
            <a:pPr algn="just">
              <a:lnSpc>
                <a:spcPct val="220000"/>
              </a:lnSpc>
            </a:pPr>
            <a:r>
              <a:rPr lang="en-US" altLang="en-US" sz="1800" b="1" u="sng" dirty="0">
                <a:solidFill>
                  <a:schemeClr val="bg2"/>
                </a:solidFill>
                <a:latin typeface="Times New Roman" pitchFamily="18" charset="0"/>
                <a:cs typeface="Times New Roman" pitchFamily="18" charset="0"/>
              </a:rPr>
              <a:t>Bandwidth wastage</a:t>
            </a:r>
            <a:r>
              <a:rPr lang="en-US" altLang="en-US" sz="1800" dirty="0">
                <a:solidFill>
                  <a:schemeClr val="bg2"/>
                </a:solidFill>
                <a:latin typeface="Times New Roman" pitchFamily="18" charset="0"/>
                <a:cs typeface="Times New Roman" pitchFamily="18" charset="0"/>
              </a:rPr>
              <a:t>: Resources we share with other parties (upstream bandwidth) may be consumed by an attack on someone else—another customer of our Internet service provider is attacked, so our upstream connections and routers are not as available to handle our legitimate traffic. Thus, even when we are not the target of an attack, we might experience increased network latency and packet loss, or possibly a </a:t>
            </a:r>
            <a:r>
              <a:rPr lang="en-US" altLang="en-US" sz="1800" b="1" dirty="0">
                <a:solidFill>
                  <a:schemeClr val="bg2"/>
                </a:solidFill>
                <a:latin typeface="Times New Roman" pitchFamily="18" charset="0"/>
                <a:cs typeface="Times New Roman" pitchFamily="18" charset="0"/>
              </a:rPr>
              <a:t>complete outage</a:t>
            </a:r>
            <a:r>
              <a:rPr lang="en-US" altLang="en-US" sz="1800" dirty="0">
                <a:solidFill>
                  <a:schemeClr val="bg2"/>
                </a:solidFill>
                <a:latin typeface="Times New Roman" pitchFamily="18" charset="0"/>
                <a:cs typeface="Times New Roman" pitchFamily="18" charset="0"/>
              </a:rPr>
              <a:t>.</a:t>
            </a:r>
          </a:p>
          <a:p>
            <a:pPr algn="just">
              <a:lnSpc>
                <a:spcPct val="220000"/>
              </a:lnSpc>
            </a:pPr>
            <a:endParaRPr lang="en-US" altLang="en-US" sz="1800" dirty="0">
              <a:solidFill>
                <a:schemeClr val="bg2"/>
              </a:solidFill>
              <a:latin typeface="Times New Roman" pitchFamily="18" charset="0"/>
              <a:cs typeface="Times New Roman" pitchFamily="18" charset="0"/>
            </a:endParaRPr>
          </a:p>
        </p:txBody>
      </p:sp>
    </p:spTree>
  </p:cSld>
  <p:clrMapOvr>
    <a:masterClrMapping/>
  </p:clrMapOvr>
</p:sld>
</file>

<file path=ppt/theme/theme1.xml><?xml version="1.0" encoding="utf-8"?>
<a:theme xmlns:a="http://schemas.openxmlformats.org/drawingml/2006/main" name="Badge">
  <a:themeElements>
    <a:clrScheme name="Badge">
      <a:dk1>
        <a:srgbClr val="000000"/>
      </a:dk1>
      <a:lt1>
        <a:srgbClr val="FFFFFF"/>
      </a:lt1>
      <a:dk2>
        <a:srgbClr val="2A1A00"/>
      </a:dk2>
      <a:lt2>
        <a:srgbClr val="F3F3F2"/>
      </a:lt2>
      <a:accent1>
        <a:srgbClr val="F8B323"/>
      </a:accent1>
      <a:accent2>
        <a:srgbClr val="656A59"/>
      </a:accent2>
      <a:accent3>
        <a:srgbClr val="46B2B5"/>
      </a:accent3>
      <a:accent4>
        <a:srgbClr val="8CAA7E"/>
      </a:accent4>
      <a:accent5>
        <a:srgbClr val="D36F68"/>
      </a:accent5>
      <a:accent6>
        <a:srgbClr val="826276"/>
      </a:accent6>
      <a:hlink>
        <a:srgbClr val="46B2B5"/>
      </a:hlink>
      <a:folHlink>
        <a:srgbClr val="A4669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4017</TotalTime>
  <Words>3621</Words>
  <Application>Microsoft Office PowerPoint</Application>
  <PresentationFormat>Widescreen</PresentationFormat>
  <Paragraphs>405</Paragraphs>
  <Slides>62</Slides>
  <Notes>39</Notes>
  <HiddenSlides>0</HiddenSlides>
  <MMClips>0</MMClips>
  <ScaleCrop>false</ScaleCrop>
  <HeadingPairs>
    <vt:vector size="8" baseType="variant">
      <vt:variant>
        <vt:lpstr>Fonts Used</vt:lpstr>
      </vt:variant>
      <vt:variant>
        <vt:i4>9</vt:i4>
      </vt:variant>
      <vt:variant>
        <vt:lpstr>Theme</vt:lpstr>
      </vt:variant>
      <vt:variant>
        <vt:i4>1</vt:i4>
      </vt:variant>
      <vt:variant>
        <vt:lpstr>Embedded OLE Servers</vt:lpstr>
      </vt:variant>
      <vt:variant>
        <vt:i4>2</vt:i4>
      </vt:variant>
      <vt:variant>
        <vt:lpstr>Slide Titles</vt:lpstr>
      </vt:variant>
      <vt:variant>
        <vt:i4>62</vt:i4>
      </vt:variant>
    </vt:vector>
  </HeadingPairs>
  <TitlesOfParts>
    <vt:vector size="74" baseType="lpstr">
      <vt:lpstr>Wingdings 2</vt:lpstr>
      <vt:lpstr>Wingdings</vt:lpstr>
      <vt:lpstr>Century Gothic</vt:lpstr>
      <vt:lpstr>Franklin Gothic Medium</vt:lpstr>
      <vt:lpstr>Times New Roman</vt:lpstr>
      <vt:lpstr>新細明體</vt:lpstr>
      <vt:lpstr>Arial</vt:lpstr>
      <vt:lpstr>Impact</vt:lpstr>
      <vt:lpstr>Gill Sans</vt:lpstr>
      <vt:lpstr>Badge</vt:lpstr>
      <vt:lpstr>Bitmap Image</vt:lpstr>
      <vt:lpstr>VISIO</vt:lpstr>
      <vt:lpstr>Understanding Cyber Crime and Cyber Offenses</vt:lpstr>
      <vt:lpstr>KEYLOGGERS AND SPYWARES </vt:lpstr>
      <vt:lpstr>KEYLOGGERS AND SPYWARES </vt:lpstr>
      <vt:lpstr>SOME EXAMPLES OF SOFTWARE KEYLOGGERS</vt:lpstr>
      <vt:lpstr>KEYLOGGERS AND SPYWARES </vt:lpstr>
      <vt:lpstr>ANTI-KEYLOGGER</vt:lpstr>
      <vt:lpstr>SPYWARES</vt:lpstr>
      <vt:lpstr>PHISHING</vt:lpstr>
      <vt:lpstr>PHISHING</vt:lpstr>
      <vt:lpstr>HOW PHISHING WORKS?</vt:lpstr>
      <vt:lpstr>METHODS OF PHISHING</vt:lpstr>
      <vt:lpstr>PHISHING TECHNIQUES</vt:lpstr>
      <vt:lpstr>SPEAR PHISHING</vt:lpstr>
      <vt:lpstr>Steganography: </vt:lpstr>
      <vt:lpstr>PowerPoint Presentation</vt:lpstr>
      <vt:lpstr>PowerPoint Presentation</vt:lpstr>
      <vt:lpstr>Types Of Steganography </vt:lpstr>
      <vt:lpstr>Examples of Text Steganography</vt:lpstr>
      <vt:lpstr>Image Steganography </vt:lpstr>
      <vt:lpstr>Audio Steganography</vt:lpstr>
      <vt:lpstr>PowerPoint Presentation</vt:lpstr>
      <vt:lpstr>PowerPoint Presentation</vt:lpstr>
      <vt:lpstr>PowerPoint Presentation</vt:lpstr>
      <vt:lpstr>PowerPoint Presentation</vt:lpstr>
      <vt:lpstr>PowerPoint Presentation</vt:lpstr>
      <vt:lpstr>Bot and Botnet</vt:lpstr>
      <vt:lpstr>Bot and Botnet</vt:lpstr>
      <vt:lpstr>Denial of Service Attacks</vt:lpstr>
      <vt:lpstr>Denial of Service Attacks</vt:lpstr>
      <vt:lpstr>Classification of DoS Attacks</vt:lpstr>
      <vt:lpstr>Bandwidth/Throughput Attacks</vt:lpstr>
      <vt:lpstr>Logic Attacks</vt:lpstr>
      <vt:lpstr>Protocol Attacks</vt:lpstr>
      <vt:lpstr>Unintentional DoS Attacks </vt:lpstr>
      <vt:lpstr>Types or Levels of  DoS Attacks </vt:lpstr>
      <vt:lpstr>Types or Levels of  DoS Attacks </vt:lpstr>
      <vt:lpstr>Types or Levels of  DoS Attacks </vt:lpstr>
      <vt:lpstr>Types or Levels of  DoS Attacks </vt:lpstr>
      <vt:lpstr>Types or Levels of  DoS Attacks </vt:lpstr>
      <vt:lpstr>Types or Levels of  DoS Attacks </vt:lpstr>
      <vt:lpstr>Types or Levels of  DoS Attacks </vt:lpstr>
      <vt:lpstr>Types or Levels of  DoS Attacks </vt:lpstr>
      <vt:lpstr>Types or Levels of  DoS Attacks </vt:lpstr>
      <vt:lpstr>Classification of Denial of Service Attacks</vt:lpstr>
      <vt:lpstr>Distributed Denial of Service (DDoS) Attacks</vt:lpstr>
      <vt:lpstr>Distributed Denial of Service (DDoS) Attacks (Elements)</vt:lpstr>
      <vt:lpstr>Typical Distributed Denial of Service (DDoS) Attacks</vt:lpstr>
      <vt:lpstr>Typical Distributed Denial of Service (DDoS) Attacks (contd..)</vt:lpstr>
      <vt:lpstr>Bandwidth/Throughput Attacks </vt:lpstr>
      <vt:lpstr>Ping Flood Attack</vt:lpstr>
      <vt:lpstr>SYN Flood Attack</vt:lpstr>
      <vt:lpstr>TCP  SYN flood</vt:lpstr>
      <vt:lpstr>DDoS Attack</vt:lpstr>
      <vt:lpstr>UDP Flood Attacks</vt:lpstr>
      <vt:lpstr>Protocol Attacks</vt:lpstr>
      <vt:lpstr>Smurf Attack </vt:lpstr>
      <vt:lpstr>DDoS Tools and Their Attack Methods</vt:lpstr>
      <vt:lpstr>DNS name server Attack</vt:lpstr>
      <vt:lpstr>Software Vulnerability Attacks</vt:lpstr>
      <vt:lpstr>Ping of Death Attack</vt:lpstr>
      <vt:lpstr>Teardrop Attack</vt:lpstr>
      <vt:lpstr>Damage &amp; Costs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Gauri Deshpande</dc:creator>
  <cp:lastModifiedBy>ketaki mahajan</cp:lastModifiedBy>
  <cp:revision>20</cp:revision>
  <dcterms:created xsi:type="dcterms:W3CDTF">2019-08-29T15:55:59Z</dcterms:created>
  <dcterms:modified xsi:type="dcterms:W3CDTF">2025-09-16T22:46:28Z</dcterms:modified>
</cp:coreProperties>
</file>